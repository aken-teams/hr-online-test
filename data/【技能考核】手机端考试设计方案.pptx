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2"/>
    <p:sldMasterId id="2147483661" r:id="rId3"/>
  </p:sldMasterIdLst>
  <p:notesMasterIdLst>
    <p:notesMasterId r:id="rId11"/>
  </p:notesMasterIdLst>
  <p:handoutMasterIdLst>
    <p:handoutMasterId r:id="rId12"/>
  </p:handoutMasterIdLst>
  <p:sldIdLst>
    <p:sldId id="1303" r:id="rId4"/>
    <p:sldId id="1394" r:id="rId5"/>
    <p:sldId id="1409" r:id="rId6"/>
    <p:sldId id="1410" r:id="rId7"/>
    <p:sldId id="1407" r:id="rId8"/>
    <p:sldId id="1405" r:id="rId9"/>
    <p:sldId id="1411" r:id="rId10"/>
  </p:sldIdLst>
  <p:sldSz cx="12192000" cy="6858000"/>
  <p:notesSz cx="6807200" cy="9939338"/>
  <p:custDataLst>
    <p:tags r:id="rId13"/>
  </p:custDataLst>
  <p:defaultTextStyle>
    <a:defPPr>
      <a:defRPr lang="zh-TW"/>
    </a:defPPr>
    <a:lvl1pPr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1pPr>
    <a:lvl2pPr marL="4559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2pPr>
    <a:lvl3pPr marL="9131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3pPr>
    <a:lvl4pPr marL="13703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4pPr>
    <a:lvl5pPr marL="18275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7" userDrawn="1">
          <p15:clr>
            <a:srgbClr val="A4A3A4"/>
          </p15:clr>
        </p15:guide>
        <p15:guide id="2" pos="41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慧華" initials="黃慧華" lastIdx="2" clrIdx="0"/>
  <p:cmAuthor id="2" name="TaoYang 杨韬" initials="T杨" lastIdx="3" clrIdx="1"/>
  <p:cmAuthor id="3" name="AnnanZhao 赵安南" initials="A赵" lastIdx="1" clrIdx="2"/>
  <p:cmAuthor id="5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C372"/>
    <a:srgbClr val="F67C18"/>
    <a:srgbClr val="FF0000"/>
    <a:srgbClr val="0033CC"/>
    <a:srgbClr val="4865C8"/>
    <a:srgbClr val="D5DECB"/>
    <a:srgbClr val="4F6228"/>
    <a:srgbClr val="0C3681"/>
    <a:srgbClr val="B83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99" autoAdjust="0"/>
    <p:restoredTop sz="94564" autoAdjust="0"/>
  </p:normalViewPr>
  <p:slideViewPr>
    <p:cSldViewPr showGuides="1">
      <p:cViewPr varScale="1">
        <p:scale>
          <a:sx n="113" d="100"/>
          <a:sy n="113" d="100"/>
        </p:scale>
        <p:origin x="126" y="186"/>
      </p:cViewPr>
      <p:guideLst>
        <p:guide orient="horz" pos="3667"/>
        <p:guide pos="41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32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A847D2-9079-4D58-9A94-16BD669D004F}" type="datetimeFigureOut">
              <a:rPr lang="zh-TW" altLang="en-US"/>
              <a:t>2026/4/17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637B50-CDA1-4D6F-BDF5-2CD77E2F008F}" type="slidenum">
              <a:rPr lang="zh-TW" altLang="en-US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E4C827A-9F58-4A1F-8B57-A5DAC56BFF47}" type="datetimeFigureOut">
              <a:rPr lang="zh-TW" altLang="en-US"/>
              <a:t>2026/4/17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30B63FC-43CB-421C-97BB-D6F994B2A048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PMingLiU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52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7334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25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573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470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7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80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BA039351-DDD9-47F6-B0DB-96D918534582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执行概述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分类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问题描述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事实和数据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根本原因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措施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5</a:t>
            </a:r>
            <a:r>
              <a:rPr kumimoji="0" lang="en-US" altLang="zh-TW" sz="970" dirty="0">
                <a:latin typeface="Calibri" panose="020F0502020204030204" pitchFamily="34" charset="0"/>
              </a:rPr>
              <a:t>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zh-TW" sz="1000" dirty="0">
                <a:latin typeface="Arial" panose="020B0604020202020204" pitchFamily="34" charset="0"/>
              </a:rPr>
              <a:t>Q3, 2025</a:t>
            </a:r>
            <a:endParaRPr lang="zh-TW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2026/4/17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r>
              <a:rPr lang="en-US" altLang="zh-CN"/>
              <a:t>001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45350" y="6578917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3690" b="1">
                <a:solidFill>
                  <a:srgbClr val="0075C2"/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BE5DD-DDB1-4A74-8ED6-E44241CAABB9}" type="datetime1">
              <a:rPr lang="zh-TW" altLang="en-US"/>
              <a:t>2026/4/17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CA19D-C260-487E-A251-6125422D7141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755" y="6565900"/>
            <a:ext cx="5429739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017" y="836613"/>
            <a:ext cx="9880599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68" y="6039583"/>
            <a:ext cx="323850" cy="1312985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7709" y="6529389"/>
            <a:ext cx="57443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B52E2702-FC0E-4BBB-8230-F6AE1C7664D9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472615" y="204789"/>
            <a:ext cx="1445846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98630"/>
            <a:ext cx="9250258" cy="728700"/>
          </a:xfrm>
        </p:spPr>
        <p:txBody>
          <a:bodyPr/>
          <a:lstStyle>
            <a:lvl1pPr algn="l">
              <a:defRPr sz="3600" b="1">
                <a:solidFill>
                  <a:srgbClr val="0075C2"/>
                </a:solidFill>
                <a:latin typeface="Arial" panose="020B0604020202020204" pitchFamily="34" charset="0"/>
                <a:ea typeface="Microsoft JhengHei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9125A-7EAD-4E50-98E0-C3DEF1614F39}" type="datetime1">
              <a:rPr lang="zh-TW" altLang="en-US"/>
              <a:t>2026/4/17</a:t>
            </a:fld>
            <a:endParaRPr lang="zh-TW" altLang="en-US" dirty="0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9E937-D25E-43A0-B5E3-3F86DF9975B3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2026/4/17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2025 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9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9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3E75DD-ADB7-447E-BD90-622B5E9FE698}" type="slidenum">
              <a:rPr kumimoji="0" lang="zh-TW" altLang="en-US" sz="111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9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39351-DDD9-47F6-B0DB-96D918534582}" type="slidenum">
              <a:rPr kumimoji="0" lang="zh-TW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执行概述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分类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问题描述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事实和数据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根本原因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措施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</a:t>
            </a: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5</a:t>
            </a: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2BC03-1243-459F-885E-9E96BAB76430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2026/4/17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B33791-390B-496C-A563-44AFC9C2FE0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2026/4/17</a:t>
            </a:fld>
            <a:endParaRPr kumimoji="0" lang="zh-TW" altLang="en-US" sz="111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POSans H" pitchFamily="18" charset="-122"/>
              </a:rPr>
              <a:t>001</a:t>
            </a:r>
            <a:endParaRPr kumimoji="0" lang="zh-CN" altLang="en-US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POSans H" pitchFamily="18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285AF1A-C166-439C-8098-34327406949B}" type="datetime1">
              <a:rPr lang="zh-CN" altLang="en-US"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CD02CEF-23A6-49C8-A07D-1973BD7EAC7E}" type="datetime1">
              <a:rPr lang="zh-TW" altLang="en-US"/>
              <a:t>2026/4/17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5ED231-2C1B-4CEF-A1F2-78250E4BA440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5AF1A-C166-439C-8098-34327406949B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2026/4/17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786E1C-D7CA-4D0F-B02C-A4BFA6B0ED8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1673805"/>
            <a:ext cx="7380820" cy="2246769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6600" b="1" kern="1200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技能考核</a:t>
            </a:r>
            <a:endParaRPr kumimoji="1" lang="en-US" altLang="zh-CN" sz="66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endParaRPr kumimoji="1" lang="en-US" altLang="zh-CN" sz="20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5400" b="1" kern="1200">
                <a:solidFill>
                  <a:srgbClr val="000000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手机端考试设计方案</a:t>
            </a:r>
            <a:endParaRPr kumimoji="1" lang="zh-CN" altLang="en-US" sz="5400" b="1" kern="1200" dirty="0">
              <a:solidFill>
                <a:srgbClr val="000000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1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36">
            <a:extLst>
              <a:ext uri="{FF2B5EF4-FFF2-40B4-BE49-F238E27FC236}">
                <a16:creationId xmlns:a16="http://schemas.microsoft.com/office/drawing/2014/main" id="{AB055017-C1F8-467E-BE23-5C367FA91CD6}"/>
              </a:ext>
            </a:extLst>
          </p:cNvPr>
          <p:cNvSpPr/>
          <p:nvPr/>
        </p:nvSpPr>
        <p:spPr bwMode="auto">
          <a:xfrm>
            <a:off x="265639" y="914644"/>
            <a:ext cx="11720466" cy="54906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引导页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6EBC1-D913-4D38-B910-8FB3E6EFD926}"/>
              </a:ext>
            </a:extLst>
          </p:cNvPr>
          <p:cNvSpPr/>
          <p:nvPr/>
        </p:nvSpPr>
        <p:spPr>
          <a:xfrm>
            <a:off x="446028" y="1703352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0"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强茂半导体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月技能考试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034029-83E6-49C8-865D-D470F62B326C}"/>
              </a:ext>
            </a:extLst>
          </p:cNvPr>
          <p:cNvSpPr/>
          <p:nvPr/>
        </p:nvSpPr>
        <p:spPr>
          <a:xfrm>
            <a:off x="446029" y="2287900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副标题：</a:t>
            </a:r>
            <a:r>
              <a:rPr kumimoji="0"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手机端在线</a:t>
            </a:r>
            <a:r>
              <a:rPr kumimoji="0"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理论考试</a:t>
            </a:r>
            <a:r>
              <a:rPr kumimoji="0" lang="zh-CN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849E17-4D36-41ED-AE1F-752EB93F018B}"/>
              </a:ext>
            </a:extLst>
          </p:cNvPr>
          <p:cNvSpPr/>
          <p:nvPr/>
        </p:nvSpPr>
        <p:spPr>
          <a:xfrm>
            <a:off x="427273" y="1169948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欢迎参加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DF0698-20A5-49D8-A556-90EFE895FA3D}"/>
              </a:ext>
            </a:extLst>
          </p:cNvPr>
          <p:cNvSpPr/>
          <p:nvPr/>
        </p:nvSpPr>
        <p:spPr>
          <a:xfrm>
            <a:off x="427273" y="2815735"/>
            <a:ext cx="64541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题型与分值：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多选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小计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简答题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*10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分，纸质作答；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D527C0-F6CE-4953-B52B-1259531E5225}"/>
              </a:ext>
            </a:extLst>
          </p:cNvPr>
          <p:cNvSpPr/>
          <p:nvPr/>
        </p:nvSpPr>
        <p:spPr>
          <a:xfrm>
            <a:off x="427273" y="5481924"/>
            <a:ext cx="7092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即时出分，实时反馈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573E5C0-966B-0242-46F2-6C932FAEC37A}"/>
              </a:ext>
            </a:extLst>
          </p:cNvPr>
          <p:cNvGrpSpPr>
            <a:grpSpLocks/>
          </p:cNvGrpSpPr>
          <p:nvPr/>
        </p:nvGrpSpPr>
        <p:grpSpPr bwMode="auto">
          <a:xfrm>
            <a:off x="6019258" y="1100800"/>
            <a:ext cx="540060" cy="532805"/>
            <a:chOff x="0" y="0"/>
            <a:chExt cx="724349" cy="724349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2B5C88A-FEFE-3C3A-DB15-CC3A8A920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B18D6C8A-76AE-9A84-100C-ADF640B99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995" y="153544"/>
              <a:ext cx="443048" cy="443048"/>
            </a:xfrm>
            <a:custGeom>
              <a:avLst/>
              <a:gdLst>
                <a:gd name="T0" fmla="*/ 2147483647 w 1000"/>
                <a:gd name="T1" fmla="*/ 2147483647 h 1001"/>
                <a:gd name="T2" fmla="*/ 2147483647 w 1000"/>
                <a:gd name="T3" fmla="*/ 2147483647 h 1001"/>
                <a:gd name="T4" fmla="*/ 2147483647 w 1000"/>
                <a:gd name="T5" fmla="*/ 0 h 1001"/>
                <a:gd name="T6" fmla="*/ 0 w 1000"/>
                <a:gd name="T7" fmla="*/ 0 h 1001"/>
                <a:gd name="T8" fmla="*/ 0 w 1000"/>
                <a:gd name="T9" fmla="*/ 2147483647 h 1001"/>
                <a:gd name="T10" fmla="*/ 2147483647 w 1000"/>
                <a:gd name="T11" fmla="*/ 2147483647 h 1001"/>
                <a:gd name="T12" fmla="*/ 2147483647 w 1000"/>
                <a:gd name="T13" fmla="*/ 2147483647 h 1001"/>
                <a:gd name="T14" fmla="*/ 2147483647 w 1000"/>
                <a:gd name="T15" fmla="*/ 2147483647 h 1001"/>
                <a:gd name="T16" fmla="*/ 2147483647 w 1000"/>
                <a:gd name="T17" fmla="*/ 2147483647 h 1001"/>
                <a:gd name="T18" fmla="*/ 2147483647 w 1000"/>
                <a:gd name="T19" fmla="*/ 2147483647 h 10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00" h="1001">
                  <a:moveTo>
                    <a:pt x="928" y="484"/>
                  </a:moveTo>
                  <a:cubicBezTo>
                    <a:pt x="498" y="54"/>
                    <a:pt x="498" y="54"/>
                    <a:pt x="498" y="54"/>
                  </a:cubicBezTo>
                  <a:cubicBezTo>
                    <a:pt x="462" y="18"/>
                    <a:pt x="415" y="0"/>
                    <a:pt x="3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416"/>
                    <a:pt x="18" y="463"/>
                    <a:pt x="54" y="499"/>
                  </a:cubicBezTo>
                  <a:cubicBezTo>
                    <a:pt x="483" y="929"/>
                    <a:pt x="483" y="929"/>
                    <a:pt x="483" y="929"/>
                  </a:cubicBezTo>
                  <a:cubicBezTo>
                    <a:pt x="555" y="1001"/>
                    <a:pt x="672" y="1001"/>
                    <a:pt x="744" y="929"/>
                  </a:cubicBezTo>
                  <a:cubicBezTo>
                    <a:pt x="928" y="744"/>
                    <a:pt x="928" y="744"/>
                    <a:pt x="928" y="744"/>
                  </a:cubicBezTo>
                  <a:cubicBezTo>
                    <a:pt x="1000" y="672"/>
                    <a:pt x="1000" y="556"/>
                    <a:pt x="928" y="4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Oval 7">
              <a:extLst>
                <a:ext uri="{FF2B5EF4-FFF2-40B4-BE49-F238E27FC236}">
                  <a16:creationId xmlns:a16="http://schemas.microsoft.com/office/drawing/2014/main" id="{97C4C05A-4FE8-2C0C-D26F-8A243036B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40" y="234417"/>
              <a:ext cx="53916" cy="55088"/>
            </a:xfrm>
            <a:prstGeom prst="ellipse">
              <a:avLst/>
            </a:pr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84F98F83-C1D3-97E3-6F04-285C41A0E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75" y="230901"/>
              <a:ext cx="216836" cy="216836"/>
            </a:xfrm>
            <a:custGeom>
              <a:avLst/>
              <a:gdLst>
                <a:gd name="T0" fmla="*/ 2147483647 w 185"/>
                <a:gd name="T1" fmla="*/ 2147483647 h 185"/>
                <a:gd name="T2" fmla="*/ 0 w 185"/>
                <a:gd name="T3" fmla="*/ 2147483647 h 185"/>
                <a:gd name="T4" fmla="*/ 2147483647 w 185"/>
                <a:gd name="T5" fmla="*/ 0 h 185"/>
                <a:gd name="T6" fmla="*/ 2147483647 w 185"/>
                <a:gd name="T7" fmla="*/ 2147483647 h 185"/>
                <a:gd name="T8" fmla="*/ 2147483647 w 185"/>
                <a:gd name="T9" fmla="*/ 2147483647 h 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" h="185">
                  <a:moveTo>
                    <a:pt x="159" y="185"/>
                  </a:moveTo>
                  <a:lnTo>
                    <a:pt x="0" y="26"/>
                  </a:lnTo>
                  <a:lnTo>
                    <a:pt x="26" y="0"/>
                  </a:lnTo>
                  <a:lnTo>
                    <a:pt x="185" y="159"/>
                  </a:lnTo>
                  <a:lnTo>
                    <a:pt x="159" y="185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F44A9595-A894-1292-BB14-44A0B5408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19" y="278956"/>
              <a:ext cx="165264" cy="166436"/>
            </a:xfrm>
            <a:custGeom>
              <a:avLst/>
              <a:gdLst>
                <a:gd name="T0" fmla="*/ 2147483647 w 141"/>
                <a:gd name="T1" fmla="*/ 2147483647 h 142"/>
                <a:gd name="T2" fmla="*/ 0 w 141"/>
                <a:gd name="T3" fmla="*/ 2147483647 h 142"/>
                <a:gd name="T4" fmla="*/ 2147483647 w 141"/>
                <a:gd name="T5" fmla="*/ 0 h 142"/>
                <a:gd name="T6" fmla="*/ 2147483647 w 141"/>
                <a:gd name="T7" fmla="*/ 2147483647 h 142"/>
                <a:gd name="T8" fmla="*/ 2147483647 w 141"/>
                <a:gd name="T9" fmla="*/ 2147483647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42">
                  <a:moveTo>
                    <a:pt x="115" y="142"/>
                  </a:moveTo>
                  <a:lnTo>
                    <a:pt x="0" y="27"/>
                  </a:lnTo>
                  <a:lnTo>
                    <a:pt x="26" y="0"/>
                  </a:lnTo>
                  <a:lnTo>
                    <a:pt x="141" y="116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C252CF2A-711B-6F61-9535-47FC289CB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80" y="322324"/>
              <a:ext cx="196910" cy="196910"/>
            </a:xfrm>
            <a:custGeom>
              <a:avLst/>
              <a:gdLst>
                <a:gd name="T0" fmla="*/ 2147483647 w 168"/>
                <a:gd name="T1" fmla="*/ 2147483647 h 168"/>
                <a:gd name="T2" fmla="*/ 0 w 168"/>
                <a:gd name="T3" fmla="*/ 2147483647 h 168"/>
                <a:gd name="T4" fmla="*/ 2147483647 w 168"/>
                <a:gd name="T5" fmla="*/ 0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168">
                  <a:moveTo>
                    <a:pt x="142" y="168"/>
                  </a:moveTo>
                  <a:lnTo>
                    <a:pt x="0" y="26"/>
                  </a:lnTo>
                  <a:lnTo>
                    <a:pt x="26" y="0"/>
                  </a:lnTo>
                  <a:lnTo>
                    <a:pt x="168" y="142"/>
                  </a:lnTo>
                  <a:lnTo>
                    <a:pt x="142" y="168"/>
                  </a:lnTo>
                  <a:close/>
                </a:path>
              </a:pathLst>
            </a:custGeom>
            <a:solidFill>
              <a:srgbClr val="E1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3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5207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8105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0414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88017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56210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32246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08281" algn="l" defTabSz="1152070" rtl="0" eaLnBrk="1" latinLnBrk="0" hangingPunct="1"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BE2106A1-B8AD-4501-966E-23B7CFBB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183" y="1114922"/>
            <a:ext cx="3814695" cy="50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6">
            <a:extLst>
              <a:ext uri="{FF2B5EF4-FFF2-40B4-BE49-F238E27FC236}">
                <a16:creationId xmlns:a16="http://schemas.microsoft.com/office/drawing/2014/main" id="{B1E32D09-99AE-407C-AE77-D91441AC27D3}"/>
              </a:ext>
            </a:extLst>
          </p:cNvPr>
          <p:cNvSpPr/>
          <p:nvPr/>
        </p:nvSpPr>
        <p:spPr bwMode="auto">
          <a:xfrm>
            <a:off x="290354" y="903837"/>
            <a:ext cx="11611291" cy="5602392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基本信息页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6EBC1-D913-4D38-B910-8FB3E6EFD926}"/>
              </a:ext>
            </a:extLst>
          </p:cNvPr>
          <p:cNvSpPr/>
          <p:nvPr/>
        </p:nvSpPr>
        <p:spPr>
          <a:xfrm>
            <a:off x="623698" y="1104329"/>
            <a:ext cx="5218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考试准入设计：姓名、工号、部门；删掉入职日期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A56B91-D1DB-4A13-B415-AFE6829B578E}"/>
              </a:ext>
            </a:extLst>
          </p:cNvPr>
          <p:cNvSpPr/>
          <p:nvPr/>
        </p:nvSpPr>
        <p:spPr>
          <a:xfrm>
            <a:off x="602130" y="1603396"/>
            <a:ext cx="650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加强核验：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人脸核验 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验证码二次验证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密码（身份证后</a:t>
            </a:r>
            <a:r>
              <a:rPr lang="en-US" altLang="zh-CN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3DED99-3940-4D8D-A6DA-248A3A2B573B}"/>
              </a:ext>
            </a:extLst>
          </p:cNvPr>
          <p:cNvSpPr/>
          <p:nvPr/>
        </p:nvSpPr>
        <p:spPr>
          <a:xfrm>
            <a:off x="610907" y="2168860"/>
            <a:ext cx="72827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、人脸核验：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提供照片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姓名的信息，导入后台数据，考试者刷脸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比对成功后登入；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8002A5-9241-4D32-921B-63EA2A11FC1E}"/>
              </a:ext>
            </a:extLst>
          </p:cNvPr>
          <p:cNvSpPr/>
          <p:nvPr/>
        </p:nvSpPr>
        <p:spPr>
          <a:xfrm>
            <a:off x="588425" y="2944926"/>
            <a:ext cx="6782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、验证码二次验证：员工输入手机号码，发送验证码到后登入；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B54D46-7F59-447E-9A4B-46FD56EEE3B0}"/>
              </a:ext>
            </a:extLst>
          </p:cNvPr>
          <p:cNvSpPr/>
          <p:nvPr/>
        </p:nvSpPr>
        <p:spPr>
          <a:xfrm>
            <a:off x="627080" y="3516390"/>
            <a:ext cx="4378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、密码：身份证后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zh-CN" altLang="en-US">
                <a:solidFill>
                  <a:srgbClr val="FF0000"/>
                </a:solidFill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建议采用此方式</a:t>
            </a:r>
            <a:endParaRPr lang="zh-CN" altLang="en-US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C24ADC-8139-4417-9BCB-BDB82DF458D8}"/>
              </a:ext>
            </a:extLst>
          </p:cNvPr>
          <p:cNvSpPr/>
          <p:nvPr/>
        </p:nvSpPr>
        <p:spPr>
          <a:xfrm>
            <a:off x="631290" y="4087854"/>
            <a:ext cx="6782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、员工无需输入工序，后台可根据姓名匹配到适合的试卷类型；</a:t>
            </a:r>
            <a:endParaRPr lang="zh-CN" altLang="en-US"/>
          </a:p>
        </p:txBody>
      </p:sp>
      <p:grpSp>
        <p:nvGrpSpPr>
          <p:cNvPr id="22" name="组合 244">
            <a:extLst>
              <a:ext uri="{FF2B5EF4-FFF2-40B4-BE49-F238E27FC236}">
                <a16:creationId xmlns:a16="http://schemas.microsoft.com/office/drawing/2014/main" id="{CF874150-91DC-4BEA-9140-2B38E63B3CC5}"/>
              </a:ext>
            </a:extLst>
          </p:cNvPr>
          <p:cNvGrpSpPr>
            <a:grpSpLocks/>
          </p:cNvGrpSpPr>
          <p:nvPr/>
        </p:nvGrpSpPr>
        <p:grpSpPr bwMode="auto">
          <a:xfrm>
            <a:off x="6855187" y="972234"/>
            <a:ext cx="674337" cy="628692"/>
            <a:chOff x="0" y="0"/>
            <a:chExt cx="723177" cy="724349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BD5CBEB-6AD7-4BEA-B8EF-DC0BC8440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3177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9D9A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BF68DC34-F4ED-40C0-AB9D-BFBE7E0D1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54" y="147683"/>
              <a:ext cx="324668" cy="464146"/>
            </a:xfrm>
            <a:custGeom>
              <a:avLst/>
              <a:gdLst>
                <a:gd name="T0" fmla="*/ 2147483647 w 731"/>
                <a:gd name="T1" fmla="*/ 2147483647 h 1045"/>
                <a:gd name="T2" fmla="*/ 2147483647 w 731"/>
                <a:gd name="T3" fmla="*/ 2147483647 h 1045"/>
                <a:gd name="T4" fmla="*/ 2147483647 w 731"/>
                <a:gd name="T5" fmla="*/ 2147483647 h 1045"/>
                <a:gd name="T6" fmla="*/ 0 w 731"/>
                <a:gd name="T7" fmla="*/ 2147483647 h 1045"/>
                <a:gd name="T8" fmla="*/ 0 w 731"/>
                <a:gd name="T9" fmla="*/ 2147483647 h 1045"/>
                <a:gd name="T10" fmla="*/ 2147483647 w 731"/>
                <a:gd name="T11" fmla="*/ 0 h 1045"/>
                <a:gd name="T12" fmla="*/ 2147483647 w 731"/>
                <a:gd name="T13" fmla="*/ 0 h 1045"/>
                <a:gd name="T14" fmla="*/ 2147483647 w 731"/>
                <a:gd name="T15" fmla="*/ 2147483647 h 1045"/>
                <a:gd name="T16" fmla="*/ 2147483647 w 731"/>
                <a:gd name="T17" fmla="*/ 2147483647 h 10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1" h="1045">
                  <a:moveTo>
                    <a:pt x="731" y="973"/>
                  </a:moveTo>
                  <a:cubicBezTo>
                    <a:pt x="731" y="1013"/>
                    <a:pt x="699" y="1045"/>
                    <a:pt x="659" y="1045"/>
                  </a:cubicBezTo>
                  <a:cubicBezTo>
                    <a:pt x="73" y="1045"/>
                    <a:pt x="73" y="1045"/>
                    <a:pt x="73" y="1045"/>
                  </a:cubicBezTo>
                  <a:cubicBezTo>
                    <a:pt x="33" y="1045"/>
                    <a:pt x="0" y="1013"/>
                    <a:pt x="0" y="973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32"/>
                    <a:pt x="33" y="0"/>
                    <a:pt x="73" y="0"/>
                  </a:cubicBezTo>
                  <a:cubicBezTo>
                    <a:pt x="659" y="0"/>
                    <a:pt x="659" y="0"/>
                    <a:pt x="659" y="0"/>
                  </a:cubicBezTo>
                  <a:cubicBezTo>
                    <a:pt x="699" y="0"/>
                    <a:pt x="731" y="32"/>
                    <a:pt x="731" y="72"/>
                  </a:cubicBezTo>
                  <a:lnTo>
                    <a:pt x="731" y="9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601051A5-ED09-411C-B700-5332CEA0B0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468" y="90251"/>
              <a:ext cx="373895" cy="543847"/>
            </a:xfrm>
            <a:custGeom>
              <a:avLst/>
              <a:gdLst>
                <a:gd name="T0" fmla="*/ 2147483647 w 842"/>
                <a:gd name="T1" fmla="*/ 2147483647 h 1224"/>
                <a:gd name="T2" fmla="*/ 2147483647 w 842"/>
                <a:gd name="T3" fmla="*/ 2147483647 h 1224"/>
                <a:gd name="T4" fmla="*/ 2147483647 w 842"/>
                <a:gd name="T5" fmla="*/ 2147483647 h 1224"/>
                <a:gd name="T6" fmla="*/ 2147483647 w 842"/>
                <a:gd name="T7" fmla="*/ 0 h 1224"/>
                <a:gd name="T8" fmla="*/ 2147483647 w 842"/>
                <a:gd name="T9" fmla="*/ 0 h 1224"/>
                <a:gd name="T10" fmla="*/ 2147483647 w 842"/>
                <a:gd name="T11" fmla="*/ 2147483647 h 1224"/>
                <a:gd name="T12" fmla="*/ 2147483647 w 842"/>
                <a:gd name="T13" fmla="*/ 2147483647 h 1224"/>
                <a:gd name="T14" fmla="*/ 2147483647 w 842"/>
                <a:gd name="T15" fmla="*/ 2147483647 h 1224"/>
                <a:gd name="T16" fmla="*/ 0 w 842"/>
                <a:gd name="T17" fmla="*/ 2147483647 h 1224"/>
                <a:gd name="T18" fmla="*/ 0 w 842"/>
                <a:gd name="T19" fmla="*/ 2147483647 h 1224"/>
                <a:gd name="T20" fmla="*/ 2147483647 w 842"/>
                <a:gd name="T21" fmla="*/ 2147483647 h 1224"/>
                <a:gd name="T22" fmla="*/ 2147483647 w 842"/>
                <a:gd name="T23" fmla="*/ 2147483647 h 1224"/>
                <a:gd name="T24" fmla="*/ 2147483647 w 842"/>
                <a:gd name="T25" fmla="*/ 2147483647 h 1224"/>
                <a:gd name="T26" fmla="*/ 2147483647 w 842"/>
                <a:gd name="T27" fmla="*/ 2147483647 h 1224"/>
                <a:gd name="T28" fmla="*/ 2147483647 w 842"/>
                <a:gd name="T29" fmla="*/ 2147483647 h 1224"/>
                <a:gd name="T30" fmla="*/ 2147483647 w 842"/>
                <a:gd name="T31" fmla="*/ 2147483647 h 1224"/>
                <a:gd name="T32" fmla="*/ 2147483647 w 842"/>
                <a:gd name="T33" fmla="*/ 2147483647 h 1224"/>
                <a:gd name="T34" fmla="*/ 2147483647 w 842"/>
                <a:gd name="T35" fmla="*/ 2147483647 h 1224"/>
                <a:gd name="T36" fmla="*/ 2147483647 w 842"/>
                <a:gd name="T37" fmla="*/ 2147483647 h 1224"/>
                <a:gd name="T38" fmla="*/ 2147483647 w 842"/>
                <a:gd name="T39" fmla="*/ 2147483647 h 1224"/>
                <a:gd name="T40" fmla="*/ 2147483647 w 842"/>
                <a:gd name="T41" fmla="*/ 2147483647 h 1224"/>
                <a:gd name="T42" fmla="*/ 2147483647 w 842"/>
                <a:gd name="T43" fmla="*/ 2147483647 h 1224"/>
                <a:gd name="T44" fmla="*/ 2147483647 w 842"/>
                <a:gd name="T45" fmla="*/ 2147483647 h 1224"/>
                <a:gd name="T46" fmla="*/ 2147483647 w 842"/>
                <a:gd name="T47" fmla="*/ 2147483647 h 1224"/>
                <a:gd name="T48" fmla="*/ 2147483647 w 842"/>
                <a:gd name="T49" fmla="*/ 2147483647 h 1224"/>
                <a:gd name="T50" fmla="*/ 2147483647 w 842"/>
                <a:gd name="T51" fmla="*/ 2147483647 h 1224"/>
                <a:gd name="T52" fmla="*/ 2147483647 w 842"/>
                <a:gd name="T53" fmla="*/ 2147483647 h 1224"/>
                <a:gd name="T54" fmla="*/ 2147483647 w 842"/>
                <a:gd name="T55" fmla="*/ 2147483647 h 1224"/>
                <a:gd name="T56" fmla="*/ 2147483647 w 842"/>
                <a:gd name="T57" fmla="*/ 2147483647 h 1224"/>
                <a:gd name="T58" fmla="*/ 2147483647 w 842"/>
                <a:gd name="T59" fmla="*/ 2147483647 h 1224"/>
                <a:gd name="T60" fmla="*/ 2147483647 w 842"/>
                <a:gd name="T61" fmla="*/ 2147483647 h 1224"/>
                <a:gd name="T62" fmla="*/ 2147483647 w 842"/>
                <a:gd name="T63" fmla="*/ 2147483647 h 1224"/>
                <a:gd name="T64" fmla="*/ 2147483647 w 842"/>
                <a:gd name="T65" fmla="*/ 2147483647 h 1224"/>
                <a:gd name="T66" fmla="*/ 2147483647 w 842"/>
                <a:gd name="T67" fmla="*/ 2147483647 h 1224"/>
                <a:gd name="T68" fmla="*/ 2147483647 w 842"/>
                <a:gd name="T69" fmla="*/ 2147483647 h 1224"/>
                <a:gd name="T70" fmla="*/ 2147483647 w 842"/>
                <a:gd name="T71" fmla="*/ 2147483647 h 1224"/>
                <a:gd name="T72" fmla="*/ 2147483647 w 842"/>
                <a:gd name="T73" fmla="*/ 2147483647 h 1224"/>
                <a:gd name="T74" fmla="*/ 2147483647 w 842"/>
                <a:gd name="T75" fmla="*/ 2147483647 h 1224"/>
                <a:gd name="T76" fmla="*/ 2147483647 w 842"/>
                <a:gd name="T77" fmla="*/ 2147483647 h 1224"/>
                <a:gd name="T78" fmla="*/ 2147483647 w 842"/>
                <a:gd name="T79" fmla="*/ 2147483647 h 1224"/>
                <a:gd name="T80" fmla="*/ 2147483647 w 842"/>
                <a:gd name="T81" fmla="*/ 2147483647 h 122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42" h="1224">
                  <a:moveTo>
                    <a:pt x="708" y="86"/>
                  </a:moveTo>
                  <a:cubicBezTo>
                    <a:pt x="545" y="86"/>
                    <a:pt x="545" y="86"/>
                    <a:pt x="545" y="86"/>
                  </a:cubicBezTo>
                  <a:cubicBezTo>
                    <a:pt x="545" y="59"/>
                    <a:pt x="545" y="59"/>
                    <a:pt x="545" y="59"/>
                  </a:cubicBezTo>
                  <a:cubicBezTo>
                    <a:pt x="545" y="26"/>
                    <a:pt x="519" y="0"/>
                    <a:pt x="487" y="0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23" y="0"/>
                    <a:pt x="297" y="26"/>
                    <a:pt x="297" y="59"/>
                  </a:cubicBezTo>
                  <a:cubicBezTo>
                    <a:pt x="297" y="86"/>
                    <a:pt x="297" y="86"/>
                    <a:pt x="297" y="86"/>
                  </a:cubicBezTo>
                  <a:cubicBezTo>
                    <a:pt x="134" y="86"/>
                    <a:pt x="134" y="86"/>
                    <a:pt x="134" y="86"/>
                  </a:cubicBezTo>
                  <a:cubicBezTo>
                    <a:pt x="60" y="86"/>
                    <a:pt x="0" y="146"/>
                    <a:pt x="0" y="220"/>
                  </a:cubicBezTo>
                  <a:cubicBezTo>
                    <a:pt x="0" y="1090"/>
                    <a:pt x="0" y="1090"/>
                    <a:pt x="0" y="1090"/>
                  </a:cubicBezTo>
                  <a:cubicBezTo>
                    <a:pt x="0" y="1164"/>
                    <a:pt x="60" y="1224"/>
                    <a:pt x="134" y="1224"/>
                  </a:cubicBezTo>
                  <a:cubicBezTo>
                    <a:pt x="708" y="1224"/>
                    <a:pt x="708" y="1224"/>
                    <a:pt x="708" y="1224"/>
                  </a:cubicBezTo>
                  <a:cubicBezTo>
                    <a:pt x="781" y="1224"/>
                    <a:pt x="841" y="1164"/>
                    <a:pt x="841" y="1090"/>
                  </a:cubicBezTo>
                  <a:cubicBezTo>
                    <a:pt x="841" y="220"/>
                    <a:pt x="841" y="220"/>
                    <a:pt x="841" y="220"/>
                  </a:cubicBezTo>
                  <a:cubicBezTo>
                    <a:pt x="842" y="146"/>
                    <a:pt x="782" y="86"/>
                    <a:pt x="708" y="86"/>
                  </a:cubicBezTo>
                  <a:close/>
                  <a:moveTo>
                    <a:pt x="421" y="27"/>
                  </a:moveTo>
                  <a:cubicBezTo>
                    <a:pt x="437" y="27"/>
                    <a:pt x="450" y="40"/>
                    <a:pt x="450" y="56"/>
                  </a:cubicBezTo>
                  <a:cubicBezTo>
                    <a:pt x="450" y="72"/>
                    <a:pt x="437" y="85"/>
                    <a:pt x="421" y="85"/>
                  </a:cubicBezTo>
                  <a:cubicBezTo>
                    <a:pt x="405" y="85"/>
                    <a:pt x="392" y="72"/>
                    <a:pt x="392" y="56"/>
                  </a:cubicBezTo>
                  <a:cubicBezTo>
                    <a:pt x="392" y="40"/>
                    <a:pt x="405" y="27"/>
                    <a:pt x="421" y="27"/>
                  </a:cubicBezTo>
                  <a:close/>
                  <a:moveTo>
                    <a:pt x="264" y="168"/>
                  </a:moveTo>
                  <a:cubicBezTo>
                    <a:pt x="577" y="168"/>
                    <a:pt x="577" y="168"/>
                    <a:pt x="577" y="168"/>
                  </a:cubicBezTo>
                  <a:cubicBezTo>
                    <a:pt x="577" y="291"/>
                    <a:pt x="577" y="291"/>
                    <a:pt x="577" y="291"/>
                  </a:cubicBezTo>
                  <a:cubicBezTo>
                    <a:pt x="264" y="291"/>
                    <a:pt x="264" y="291"/>
                    <a:pt x="264" y="291"/>
                  </a:cubicBezTo>
                  <a:lnTo>
                    <a:pt x="264" y="168"/>
                  </a:lnTo>
                  <a:close/>
                  <a:moveTo>
                    <a:pt x="708" y="1148"/>
                  </a:moveTo>
                  <a:cubicBezTo>
                    <a:pt x="134" y="1148"/>
                    <a:pt x="134" y="1148"/>
                    <a:pt x="134" y="1148"/>
                  </a:cubicBezTo>
                  <a:cubicBezTo>
                    <a:pt x="102" y="1148"/>
                    <a:pt x="77" y="1122"/>
                    <a:pt x="77" y="1090"/>
                  </a:cubicBezTo>
                  <a:cubicBezTo>
                    <a:pt x="77" y="220"/>
                    <a:pt x="77" y="220"/>
                    <a:pt x="77" y="220"/>
                  </a:cubicBezTo>
                  <a:cubicBezTo>
                    <a:pt x="77" y="188"/>
                    <a:pt x="102" y="163"/>
                    <a:pt x="134" y="163"/>
                  </a:cubicBezTo>
                  <a:cubicBezTo>
                    <a:pt x="189" y="163"/>
                    <a:pt x="189" y="163"/>
                    <a:pt x="189" y="163"/>
                  </a:cubicBezTo>
                  <a:cubicBezTo>
                    <a:pt x="189" y="299"/>
                    <a:pt x="189" y="299"/>
                    <a:pt x="189" y="299"/>
                  </a:cubicBezTo>
                  <a:cubicBezTo>
                    <a:pt x="189" y="336"/>
                    <a:pt x="219" y="366"/>
                    <a:pt x="255" y="366"/>
                  </a:cubicBezTo>
                  <a:cubicBezTo>
                    <a:pt x="586" y="366"/>
                    <a:pt x="586" y="366"/>
                    <a:pt x="586" y="366"/>
                  </a:cubicBezTo>
                  <a:cubicBezTo>
                    <a:pt x="623" y="366"/>
                    <a:pt x="653" y="336"/>
                    <a:pt x="653" y="299"/>
                  </a:cubicBezTo>
                  <a:cubicBezTo>
                    <a:pt x="653" y="163"/>
                    <a:pt x="653" y="163"/>
                    <a:pt x="653" y="163"/>
                  </a:cubicBezTo>
                  <a:cubicBezTo>
                    <a:pt x="708" y="163"/>
                    <a:pt x="708" y="163"/>
                    <a:pt x="708" y="163"/>
                  </a:cubicBezTo>
                  <a:cubicBezTo>
                    <a:pt x="739" y="163"/>
                    <a:pt x="765" y="188"/>
                    <a:pt x="765" y="220"/>
                  </a:cubicBezTo>
                  <a:cubicBezTo>
                    <a:pt x="765" y="1090"/>
                    <a:pt x="765" y="1090"/>
                    <a:pt x="765" y="1090"/>
                  </a:cubicBezTo>
                  <a:cubicBezTo>
                    <a:pt x="765" y="1090"/>
                    <a:pt x="765" y="1090"/>
                    <a:pt x="765" y="1090"/>
                  </a:cubicBezTo>
                  <a:cubicBezTo>
                    <a:pt x="765" y="1122"/>
                    <a:pt x="739" y="1148"/>
                    <a:pt x="708" y="1148"/>
                  </a:cubicBez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20049B2-4AFE-454C-9AB7-0D954651D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305915"/>
              <a:ext cx="87907" cy="73842"/>
            </a:xfrm>
            <a:custGeom>
              <a:avLst/>
              <a:gdLst>
                <a:gd name="T0" fmla="*/ 2147483647 w 198"/>
                <a:gd name="T1" fmla="*/ 2147483647 h 165"/>
                <a:gd name="T2" fmla="*/ 2147483647 w 198"/>
                <a:gd name="T3" fmla="*/ 2147483647 h 165"/>
                <a:gd name="T4" fmla="*/ 2147483647 w 198"/>
                <a:gd name="T5" fmla="*/ 2147483647 h 165"/>
                <a:gd name="T6" fmla="*/ 2147483647 w 198"/>
                <a:gd name="T7" fmla="*/ 2147483647 h 165"/>
                <a:gd name="T8" fmla="*/ 0 w 198"/>
                <a:gd name="T9" fmla="*/ 2147483647 h 165"/>
                <a:gd name="T10" fmla="*/ 0 w 198"/>
                <a:gd name="T11" fmla="*/ 2147483647 h 165"/>
                <a:gd name="T12" fmla="*/ 2147483647 w 198"/>
                <a:gd name="T13" fmla="*/ 2147483647 h 165"/>
                <a:gd name="T14" fmla="*/ 2147483647 w 198"/>
                <a:gd name="T15" fmla="*/ 2147483647 h 165"/>
                <a:gd name="T16" fmla="*/ 2147483647 w 198"/>
                <a:gd name="T17" fmla="*/ 2147483647 h 165"/>
                <a:gd name="T18" fmla="*/ 2147483647 w 198"/>
                <a:gd name="T19" fmla="*/ 2147483647 h 165"/>
                <a:gd name="T20" fmla="*/ 2147483647 w 198"/>
                <a:gd name="T21" fmla="*/ 2147483647 h 165"/>
                <a:gd name="T22" fmla="*/ 2147483647 w 198"/>
                <a:gd name="T23" fmla="*/ 2147483647 h 165"/>
                <a:gd name="T24" fmla="*/ 2147483647 w 198"/>
                <a:gd name="T25" fmla="*/ 2147483647 h 165"/>
                <a:gd name="T26" fmla="*/ 2147483647 w 198"/>
                <a:gd name="T27" fmla="*/ 2147483647 h 165"/>
                <a:gd name="T28" fmla="*/ 2147483647 w 198"/>
                <a:gd name="T29" fmla="*/ 2147483647 h 165"/>
                <a:gd name="T30" fmla="*/ 2147483647 w 198"/>
                <a:gd name="T31" fmla="*/ 2147483647 h 165"/>
                <a:gd name="T32" fmla="*/ 2147483647 w 198"/>
                <a:gd name="T33" fmla="*/ 2147483647 h 165"/>
                <a:gd name="T34" fmla="*/ 2147483647 w 198"/>
                <a:gd name="T35" fmla="*/ 2147483647 h 165"/>
                <a:gd name="T36" fmla="*/ 2147483647 w 198"/>
                <a:gd name="T37" fmla="*/ 2147483647 h 165"/>
                <a:gd name="T38" fmla="*/ 2147483647 w 198"/>
                <a:gd name="T39" fmla="*/ 2147483647 h 165"/>
                <a:gd name="T40" fmla="*/ 2147483647 w 198"/>
                <a:gd name="T41" fmla="*/ 2147483647 h 165"/>
                <a:gd name="T42" fmla="*/ 2147483647 w 198"/>
                <a:gd name="T43" fmla="*/ 2147483647 h 165"/>
                <a:gd name="T44" fmla="*/ 2147483647 w 198"/>
                <a:gd name="T45" fmla="*/ 2147483647 h 165"/>
                <a:gd name="T46" fmla="*/ 2147483647 w 198"/>
                <a:gd name="T47" fmla="*/ 2147483647 h 165"/>
                <a:gd name="T48" fmla="*/ 2147483647 w 198"/>
                <a:gd name="T49" fmla="*/ 2147483647 h 165"/>
                <a:gd name="T50" fmla="*/ 2147483647 w 198"/>
                <a:gd name="T51" fmla="*/ 2147483647 h 165"/>
                <a:gd name="T52" fmla="*/ 2147483647 w 198"/>
                <a:gd name="T53" fmla="*/ 2147483647 h 165"/>
                <a:gd name="T54" fmla="*/ 2147483647 w 198"/>
                <a:gd name="T55" fmla="*/ 2147483647 h 165"/>
                <a:gd name="T56" fmla="*/ 2147483647 w 198"/>
                <a:gd name="T57" fmla="*/ 2147483647 h 165"/>
                <a:gd name="T58" fmla="*/ 2147483647 w 198"/>
                <a:gd name="T59" fmla="*/ 2147483647 h 165"/>
                <a:gd name="T60" fmla="*/ 2147483647 w 198"/>
                <a:gd name="T61" fmla="*/ 2147483647 h 165"/>
                <a:gd name="T62" fmla="*/ 2147483647 w 198"/>
                <a:gd name="T63" fmla="*/ 2147483647 h 165"/>
                <a:gd name="T64" fmla="*/ 2147483647 w 198"/>
                <a:gd name="T65" fmla="*/ 2147483647 h 165"/>
                <a:gd name="T66" fmla="*/ 2147483647 w 198"/>
                <a:gd name="T67" fmla="*/ 2147483647 h 1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65">
                  <a:moveTo>
                    <a:pt x="162" y="9"/>
                  </a:moveTo>
                  <a:cubicBezTo>
                    <a:pt x="148" y="25"/>
                    <a:pt x="148" y="25"/>
                    <a:pt x="148" y="25"/>
                  </a:cubicBezTo>
                  <a:cubicBezTo>
                    <a:pt x="144" y="13"/>
                    <a:pt x="133" y="5"/>
                    <a:pt x="12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13" y="5"/>
                    <a:pt x="0" y="19"/>
                    <a:pt x="0" y="36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51"/>
                    <a:pt x="13" y="165"/>
                    <a:pt x="31" y="165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37" y="165"/>
                    <a:pt x="151" y="151"/>
                    <a:pt x="151" y="134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34"/>
                  </a:moveTo>
                  <a:cubicBezTo>
                    <a:pt x="130" y="134"/>
                    <a:pt x="130" y="134"/>
                    <a:pt x="130" y="134"/>
                  </a:cubicBezTo>
                  <a:cubicBezTo>
                    <a:pt x="130" y="140"/>
                    <a:pt x="125" y="144"/>
                    <a:pt x="120" y="144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25" y="144"/>
                    <a:pt x="20" y="140"/>
                    <a:pt x="20" y="1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0"/>
                    <a:pt x="25" y="26"/>
                    <a:pt x="31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5" y="26"/>
                    <a:pt x="130" y="30"/>
                    <a:pt x="130" y="3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6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34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151FBBD2-1C39-4CA8-A517-82FD81E30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398509"/>
              <a:ext cx="87907" cy="75013"/>
            </a:xfrm>
            <a:custGeom>
              <a:avLst/>
              <a:gdLst>
                <a:gd name="T0" fmla="*/ 2147483647 w 198"/>
                <a:gd name="T1" fmla="*/ 2147483647 h 169"/>
                <a:gd name="T2" fmla="*/ 2147483647 w 198"/>
                <a:gd name="T3" fmla="*/ 2147483647 h 169"/>
                <a:gd name="T4" fmla="*/ 2147483647 w 198"/>
                <a:gd name="T5" fmla="*/ 2147483647 h 169"/>
                <a:gd name="T6" fmla="*/ 2147483647 w 198"/>
                <a:gd name="T7" fmla="*/ 2147483647 h 169"/>
                <a:gd name="T8" fmla="*/ 0 w 198"/>
                <a:gd name="T9" fmla="*/ 2147483647 h 169"/>
                <a:gd name="T10" fmla="*/ 0 w 198"/>
                <a:gd name="T11" fmla="*/ 2147483647 h 169"/>
                <a:gd name="T12" fmla="*/ 2147483647 w 198"/>
                <a:gd name="T13" fmla="*/ 2147483647 h 169"/>
                <a:gd name="T14" fmla="*/ 2147483647 w 198"/>
                <a:gd name="T15" fmla="*/ 2147483647 h 169"/>
                <a:gd name="T16" fmla="*/ 2147483647 w 198"/>
                <a:gd name="T17" fmla="*/ 2147483647 h 169"/>
                <a:gd name="T18" fmla="*/ 2147483647 w 198"/>
                <a:gd name="T19" fmla="*/ 2147483647 h 169"/>
                <a:gd name="T20" fmla="*/ 2147483647 w 198"/>
                <a:gd name="T21" fmla="*/ 2147483647 h 169"/>
                <a:gd name="T22" fmla="*/ 2147483647 w 198"/>
                <a:gd name="T23" fmla="*/ 2147483647 h 169"/>
                <a:gd name="T24" fmla="*/ 2147483647 w 198"/>
                <a:gd name="T25" fmla="*/ 2147483647 h 169"/>
                <a:gd name="T26" fmla="*/ 2147483647 w 198"/>
                <a:gd name="T27" fmla="*/ 2147483647 h 169"/>
                <a:gd name="T28" fmla="*/ 2147483647 w 198"/>
                <a:gd name="T29" fmla="*/ 2147483647 h 169"/>
                <a:gd name="T30" fmla="*/ 2147483647 w 198"/>
                <a:gd name="T31" fmla="*/ 2147483647 h 169"/>
                <a:gd name="T32" fmla="*/ 2147483647 w 198"/>
                <a:gd name="T33" fmla="*/ 2147483647 h 169"/>
                <a:gd name="T34" fmla="*/ 2147483647 w 198"/>
                <a:gd name="T35" fmla="*/ 2147483647 h 169"/>
                <a:gd name="T36" fmla="*/ 2147483647 w 198"/>
                <a:gd name="T37" fmla="*/ 2147483647 h 169"/>
                <a:gd name="T38" fmla="*/ 2147483647 w 198"/>
                <a:gd name="T39" fmla="*/ 2147483647 h 169"/>
                <a:gd name="T40" fmla="*/ 2147483647 w 198"/>
                <a:gd name="T41" fmla="*/ 2147483647 h 169"/>
                <a:gd name="T42" fmla="*/ 2147483647 w 198"/>
                <a:gd name="T43" fmla="*/ 2147483647 h 169"/>
                <a:gd name="T44" fmla="*/ 2147483647 w 198"/>
                <a:gd name="T45" fmla="*/ 2147483647 h 169"/>
                <a:gd name="T46" fmla="*/ 2147483647 w 198"/>
                <a:gd name="T47" fmla="*/ 2147483647 h 169"/>
                <a:gd name="T48" fmla="*/ 2147483647 w 198"/>
                <a:gd name="T49" fmla="*/ 2147483647 h 169"/>
                <a:gd name="T50" fmla="*/ 2147483647 w 198"/>
                <a:gd name="T51" fmla="*/ 2147483647 h 169"/>
                <a:gd name="T52" fmla="*/ 2147483647 w 198"/>
                <a:gd name="T53" fmla="*/ 2147483647 h 169"/>
                <a:gd name="T54" fmla="*/ 2147483647 w 198"/>
                <a:gd name="T55" fmla="*/ 2147483647 h 169"/>
                <a:gd name="T56" fmla="*/ 2147483647 w 198"/>
                <a:gd name="T57" fmla="*/ 2147483647 h 169"/>
                <a:gd name="T58" fmla="*/ 2147483647 w 198"/>
                <a:gd name="T59" fmla="*/ 2147483647 h 169"/>
                <a:gd name="T60" fmla="*/ 2147483647 w 198"/>
                <a:gd name="T61" fmla="*/ 2147483647 h 169"/>
                <a:gd name="T62" fmla="*/ 2147483647 w 198"/>
                <a:gd name="T63" fmla="*/ 2147483647 h 169"/>
                <a:gd name="T64" fmla="*/ 2147483647 w 198"/>
                <a:gd name="T65" fmla="*/ 2147483647 h 169"/>
                <a:gd name="T66" fmla="*/ 2147483647 w 198"/>
                <a:gd name="T67" fmla="*/ 2147483647 h 1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69">
                  <a:moveTo>
                    <a:pt x="162" y="9"/>
                  </a:moveTo>
                  <a:cubicBezTo>
                    <a:pt x="147" y="26"/>
                    <a:pt x="147" y="26"/>
                    <a:pt x="147" y="26"/>
                  </a:cubicBezTo>
                  <a:cubicBezTo>
                    <a:pt x="142" y="16"/>
                    <a:pt x="132" y="9"/>
                    <a:pt x="120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13" y="9"/>
                    <a:pt x="0" y="23"/>
                    <a:pt x="0" y="40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56"/>
                    <a:pt x="13" y="169"/>
                    <a:pt x="31" y="169"/>
                  </a:cubicBezTo>
                  <a:cubicBezTo>
                    <a:pt x="120" y="169"/>
                    <a:pt x="120" y="169"/>
                    <a:pt x="120" y="169"/>
                  </a:cubicBezTo>
                  <a:cubicBezTo>
                    <a:pt x="137" y="169"/>
                    <a:pt x="151" y="156"/>
                    <a:pt x="151" y="139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39"/>
                  </a:moveTo>
                  <a:cubicBezTo>
                    <a:pt x="130" y="139"/>
                    <a:pt x="130" y="139"/>
                    <a:pt x="130" y="139"/>
                  </a:cubicBezTo>
                  <a:cubicBezTo>
                    <a:pt x="130" y="144"/>
                    <a:pt x="125" y="149"/>
                    <a:pt x="120" y="149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25" y="149"/>
                    <a:pt x="20" y="144"/>
                    <a:pt x="20" y="139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5"/>
                    <a:pt x="25" y="30"/>
                    <a:pt x="31" y="30"/>
                  </a:cubicBezTo>
                  <a:cubicBezTo>
                    <a:pt x="120" y="30"/>
                    <a:pt x="120" y="30"/>
                    <a:pt x="120" y="30"/>
                  </a:cubicBezTo>
                  <a:cubicBezTo>
                    <a:pt x="125" y="30"/>
                    <a:pt x="130" y="35"/>
                    <a:pt x="130" y="40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5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39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F4595EDF-5FEA-4BE6-B364-9B5FC9D4C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729" y="491104"/>
              <a:ext cx="87907" cy="76186"/>
            </a:xfrm>
            <a:custGeom>
              <a:avLst/>
              <a:gdLst>
                <a:gd name="T0" fmla="*/ 2147483647 w 198"/>
                <a:gd name="T1" fmla="*/ 2147483647 h 171"/>
                <a:gd name="T2" fmla="*/ 2147483647 w 198"/>
                <a:gd name="T3" fmla="*/ 2147483647 h 171"/>
                <a:gd name="T4" fmla="*/ 2147483647 w 198"/>
                <a:gd name="T5" fmla="*/ 2147483647 h 171"/>
                <a:gd name="T6" fmla="*/ 2147483647 w 198"/>
                <a:gd name="T7" fmla="*/ 2147483647 h 171"/>
                <a:gd name="T8" fmla="*/ 0 w 198"/>
                <a:gd name="T9" fmla="*/ 2147483647 h 171"/>
                <a:gd name="T10" fmla="*/ 0 w 198"/>
                <a:gd name="T11" fmla="*/ 2147483647 h 171"/>
                <a:gd name="T12" fmla="*/ 2147483647 w 198"/>
                <a:gd name="T13" fmla="*/ 2147483647 h 171"/>
                <a:gd name="T14" fmla="*/ 2147483647 w 198"/>
                <a:gd name="T15" fmla="*/ 2147483647 h 171"/>
                <a:gd name="T16" fmla="*/ 2147483647 w 198"/>
                <a:gd name="T17" fmla="*/ 2147483647 h 171"/>
                <a:gd name="T18" fmla="*/ 2147483647 w 198"/>
                <a:gd name="T19" fmla="*/ 2147483647 h 171"/>
                <a:gd name="T20" fmla="*/ 2147483647 w 198"/>
                <a:gd name="T21" fmla="*/ 2147483647 h 171"/>
                <a:gd name="T22" fmla="*/ 2147483647 w 198"/>
                <a:gd name="T23" fmla="*/ 2147483647 h 171"/>
                <a:gd name="T24" fmla="*/ 2147483647 w 198"/>
                <a:gd name="T25" fmla="*/ 2147483647 h 171"/>
                <a:gd name="T26" fmla="*/ 2147483647 w 198"/>
                <a:gd name="T27" fmla="*/ 2147483647 h 171"/>
                <a:gd name="T28" fmla="*/ 2147483647 w 198"/>
                <a:gd name="T29" fmla="*/ 2147483647 h 171"/>
                <a:gd name="T30" fmla="*/ 2147483647 w 198"/>
                <a:gd name="T31" fmla="*/ 2147483647 h 171"/>
                <a:gd name="T32" fmla="*/ 2147483647 w 198"/>
                <a:gd name="T33" fmla="*/ 2147483647 h 171"/>
                <a:gd name="T34" fmla="*/ 2147483647 w 198"/>
                <a:gd name="T35" fmla="*/ 2147483647 h 171"/>
                <a:gd name="T36" fmla="*/ 2147483647 w 198"/>
                <a:gd name="T37" fmla="*/ 2147483647 h 171"/>
                <a:gd name="T38" fmla="*/ 2147483647 w 198"/>
                <a:gd name="T39" fmla="*/ 2147483647 h 171"/>
                <a:gd name="T40" fmla="*/ 2147483647 w 198"/>
                <a:gd name="T41" fmla="*/ 2147483647 h 171"/>
                <a:gd name="T42" fmla="*/ 2147483647 w 198"/>
                <a:gd name="T43" fmla="*/ 2147483647 h 171"/>
                <a:gd name="T44" fmla="*/ 2147483647 w 198"/>
                <a:gd name="T45" fmla="*/ 2147483647 h 171"/>
                <a:gd name="T46" fmla="*/ 2147483647 w 198"/>
                <a:gd name="T47" fmla="*/ 2147483647 h 171"/>
                <a:gd name="T48" fmla="*/ 2147483647 w 198"/>
                <a:gd name="T49" fmla="*/ 2147483647 h 171"/>
                <a:gd name="T50" fmla="*/ 2147483647 w 198"/>
                <a:gd name="T51" fmla="*/ 2147483647 h 171"/>
                <a:gd name="T52" fmla="*/ 2147483647 w 198"/>
                <a:gd name="T53" fmla="*/ 2147483647 h 171"/>
                <a:gd name="T54" fmla="*/ 2147483647 w 198"/>
                <a:gd name="T55" fmla="*/ 2147483647 h 171"/>
                <a:gd name="T56" fmla="*/ 2147483647 w 198"/>
                <a:gd name="T57" fmla="*/ 2147483647 h 171"/>
                <a:gd name="T58" fmla="*/ 2147483647 w 198"/>
                <a:gd name="T59" fmla="*/ 2147483647 h 171"/>
                <a:gd name="T60" fmla="*/ 2147483647 w 198"/>
                <a:gd name="T61" fmla="*/ 2147483647 h 171"/>
                <a:gd name="T62" fmla="*/ 2147483647 w 198"/>
                <a:gd name="T63" fmla="*/ 2147483647 h 171"/>
                <a:gd name="T64" fmla="*/ 2147483647 w 198"/>
                <a:gd name="T65" fmla="*/ 2147483647 h 171"/>
                <a:gd name="T66" fmla="*/ 2147483647 w 198"/>
                <a:gd name="T67" fmla="*/ 2147483647 h 17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8" h="171">
                  <a:moveTo>
                    <a:pt x="162" y="9"/>
                  </a:moveTo>
                  <a:cubicBezTo>
                    <a:pt x="146" y="27"/>
                    <a:pt x="146" y="27"/>
                    <a:pt x="146" y="27"/>
                  </a:cubicBezTo>
                  <a:cubicBezTo>
                    <a:pt x="141" y="18"/>
                    <a:pt x="131" y="11"/>
                    <a:pt x="12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13" y="11"/>
                    <a:pt x="0" y="25"/>
                    <a:pt x="0" y="42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57"/>
                    <a:pt x="13" y="171"/>
                    <a:pt x="31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37" y="171"/>
                    <a:pt x="151" y="157"/>
                    <a:pt x="151" y="140"/>
                  </a:cubicBezTo>
                  <a:cubicBezTo>
                    <a:pt x="151" y="82"/>
                    <a:pt x="151" y="82"/>
                    <a:pt x="151" y="82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98" y="25"/>
                    <a:pt x="197" y="13"/>
                    <a:pt x="189" y="6"/>
                  </a:cubicBezTo>
                  <a:cubicBezTo>
                    <a:pt x="181" y="0"/>
                    <a:pt x="169" y="1"/>
                    <a:pt x="162" y="9"/>
                  </a:cubicBezTo>
                  <a:close/>
                  <a:moveTo>
                    <a:pt x="130" y="140"/>
                  </a:moveTo>
                  <a:cubicBezTo>
                    <a:pt x="130" y="140"/>
                    <a:pt x="130" y="140"/>
                    <a:pt x="130" y="140"/>
                  </a:cubicBezTo>
                  <a:cubicBezTo>
                    <a:pt x="130" y="146"/>
                    <a:pt x="125" y="151"/>
                    <a:pt x="120" y="151"/>
                  </a:cubicBezTo>
                  <a:cubicBezTo>
                    <a:pt x="31" y="151"/>
                    <a:pt x="31" y="151"/>
                    <a:pt x="31" y="151"/>
                  </a:cubicBezTo>
                  <a:cubicBezTo>
                    <a:pt x="25" y="151"/>
                    <a:pt x="20" y="146"/>
                    <a:pt x="20" y="140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37"/>
                    <a:pt x="25" y="32"/>
                    <a:pt x="31" y="32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125" y="32"/>
                    <a:pt x="130" y="37"/>
                    <a:pt x="130" y="42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04" y="77"/>
                    <a:pt x="104" y="77"/>
                    <a:pt x="104" y="77"/>
                  </a:cubicBezTo>
                  <a:cubicBezTo>
                    <a:pt x="97" y="86"/>
                    <a:pt x="86" y="86"/>
                    <a:pt x="78" y="79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57"/>
                    <a:pt x="42" y="58"/>
                    <a:pt x="35" y="65"/>
                  </a:cubicBezTo>
                  <a:cubicBezTo>
                    <a:pt x="28" y="73"/>
                    <a:pt x="28" y="85"/>
                    <a:pt x="36" y="92"/>
                  </a:cubicBezTo>
                  <a:cubicBezTo>
                    <a:pt x="81" y="134"/>
                    <a:pt x="81" y="134"/>
                    <a:pt x="81" y="134"/>
                  </a:cubicBezTo>
                  <a:cubicBezTo>
                    <a:pt x="84" y="137"/>
                    <a:pt x="89" y="139"/>
                    <a:pt x="94" y="139"/>
                  </a:cubicBezTo>
                  <a:cubicBezTo>
                    <a:pt x="94" y="139"/>
                    <a:pt x="94" y="139"/>
                    <a:pt x="95" y="139"/>
                  </a:cubicBezTo>
                  <a:cubicBezTo>
                    <a:pt x="100" y="139"/>
                    <a:pt x="105" y="136"/>
                    <a:pt x="108" y="132"/>
                  </a:cubicBezTo>
                  <a:cubicBezTo>
                    <a:pt x="130" y="106"/>
                    <a:pt x="130" y="106"/>
                    <a:pt x="130" y="106"/>
                  </a:cubicBezTo>
                  <a:lnTo>
                    <a:pt x="130" y="140"/>
                  </a:ln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8A20BA4B-E232-47E5-9D59-4A1C1BC0E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337560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30"/>
                    <a:pt x="347" y="19"/>
                  </a:cubicBezTo>
                  <a:cubicBezTo>
                    <a:pt x="347" y="8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83D0F012-6D1A-4C2F-87E4-32B4DD354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420779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30"/>
                    <a:pt x="347" y="19"/>
                  </a:cubicBezTo>
                  <a:cubicBezTo>
                    <a:pt x="347" y="9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4274CDD9-188A-4BA8-AD39-60FAB63AF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05" y="503997"/>
              <a:ext cx="153544" cy="17582"/>
            </a:xfrm>
            <a:custGeom>
              <a:avLst/>
              <a:gdLst>
                <a:gd name="T0" fmla="*/ 2147483647 w 347"/>
                <a:gd name="T1" fmla="*/ 0 h 38"/>
                <a:gd name="T2" fmla="*/ 2147483647 w 347"/>
                <a:gd name="T3" fmla="*/ 0 h 38"/>
                <a:gd name="T4" fmla="*/ 0 w 347"/>
                <a:gd name="T5" fmla="*/ 2147483647 h 38"/>
                <a:gd name="T6" fmla="*/ 2147483647 w 347"/>
                <a:gd name="T7" fmla="*/ 2147483647 h 38"/>
                <a:gd name="T8" fmla="*/ 2147483647 w 347"/>
                <a:gd name="T9" fmla="*/ 2147483647 h 38"/>
                <a:gd name="T10" fmla="*/ 2147483647 w 347"/>
                <a:gd name="T11" fmla="*/ 2147483647 h 38"/>
                <a:gd name="T12" fmla="*/ 2147483647 w 347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38">
                  <a:moveTo>
                    <a:pt x="328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8"/>
                    <a:pt x="19" y="38"/>
                  </a:cubicBezTo>
                  <a:cubicBezTo>
                    <a:pt x="328" y="38"/>
                    <a:pt x="328" y="38"/>
                    <a:pt x="328" y="38"/>
                  </a:cubicBezTo>
                  <a:cubicBezTo>
                    <a:pt x="338" y="38"/>
                    <a:pt x="347" y="29"/>
                    <a:pt x="347" y="19"/>
                  </a:cubicBezTo>
                  <a:cubicBezTo>
                    <a:pt x="347" y="8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66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0BA817B-86D8-4113-A4BC-BC5BB65D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702" y="1100414"/>
            <a:ext cx="3533333" cy="4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3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6">
            <a:extLst>
              <a:ext uri="{FF2B5EF4-FFF2-40B4-BE49-F238E27FC236}">
                <a16:creationId xmlns:a16="http://schemas.microsoft.com/office/drawing/2014/main" id="{EAB78516-69A2-4031-B046-6AA69ECDF253}"/>
              </a:ext>
            </a:extLst>
          </p:cNvPr>
          <p:cNvSpPr/>
          <p:nvPr/>
        </p:nvSpPr>
        <p:spPr bwMode="auto">
          <a:xfrm>
            <a:off x="357862" y="998730"/>
            <a:ext cx="11476275" cy="53300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考试须知页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9FD1F0-AAA3-4BE1-94BE-E10ABB549AB2}"/>
              </a:ext>
            </a:extLst>
          </p:cNvPr>
          <p:cNvSpPr/>
          <p:nvPr/>
        </p:nvSpPr>
        <p:spPr>
          <a:xfrm>
            <a:off x="635213" y="1185484"/>
            <a:ext cx="13388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考前须知：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可折叠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</a:p>
          <a:p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滑动设置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6BA4CA-D165-4897-A5C9-1766AD773A3B}"/>
              </a:ext>
            </a:extLst>
          </p:cNvPr>
          <p:cNvSpPr/>
          <p:nvPr/>
        </p:nvSpPr>
        <p:spPr>
          <a:xfrm>
            <a:off x="1842527" y="1079115"/>
            <a:ext cx="5541902" cy="17054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、全程手机作答，禁止切屏（切屏≥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次强制交卷）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、禁止截图、录屏、找人代考，违者成绩作废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、答题自动保存，中途不可退出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、时间到自动交卷，不可延长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3DB4B4-AFE7-42FE-B258-B186AA057F37}"/>
              </a:ext>
            </a:extLst>
          </p:cNvPr>
          <p:cNvSpPr/>
          <p:nvPr/>
        </p:nvSpPr>
        <p:spPr>
          <a:xfrm>
            <a:off x="553624" y="5075264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隐私声明：本系统仅用于内部考核，数据严格保密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E90D50-BCE2-43B6-9D6E-A18E03D57791}"/>
              </a:ext>
            </a:extLst>
          </p:cNvPr>
          <p:cNvSpPr/>
          <p:nvPr/>
        </p:nvSpPr>
        <p:spPr>
          <a:xfrm>
            <a:off x="574699" y="5636697"/>
            <a:ext cx="27446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开始答题：醒目加大按钮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2E5FE7-A67C-4CC2-86D7-E17F8A665D27}"/>
              </a:ext>
            </a:extLst>
          </p:cNvPr>
          <p:cNvSpPr/>
          <p:nvPr/>
        </p:nvSpPr>
        <p:spPr>
          <a:xfrm>
            <a:off x="605390" y="3041569"/>
            <a:ext cx="7492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开放时段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09:00 — 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18:00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（在此区间内可进入）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5FE993-2BE6-4080-BAB0-0F4FF1651B88}"/>
              </a:ext>
            </a:extLst>
          </p:cNvPr>
          <p:cNvSpPr/>
          <p:nvPr/>
        </p:nvSpPr>
        <p:spPr>
          <a:xfrm>
            <a:off x="606479" y="4560365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模拟练习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考前模拟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考试时关闭，本次不需要设置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F9E904-496D-45F1-B678-178FAA1EDE48}"/>
              </a:ext>
            </a:extLst>
          </p:cNvPr>
          <p:cNvSpPr/>
          <p:nvPr/>
        </p:nvSpPr>
        <p:spPr>
          <a:xfrm>
            <a:off x="605390" y="3591154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电量：建议≥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，避免中途关机</a:t>
            </a:r>
          </a:p>
        </p:txBody>
      </p:sp>
      <p:grpSp>
        <p:nvGrpSpPr>
          <p:cNvPr id="16" name="组合 256">
            <a:extLst>
              <a:ext uri="{FF2B5EF4-FFF2-40B4-BE49-F238E27FC236}">
                <a16:creationId xmlns:a16="http://schemas.microsoft.com/office/drawing/2014/main" id="{BD8E44D7-7F12-4470-B775-907775398F9C}"/>
              </a:ext>
            </a:extLst>
          </p:cNvPr>
          <p:cNvGrpSpPr>
            <a:grpSpLocks/>
          </p:cNvGrpSpPr>
          <p:nvPr/>
        </p:nvGrpSpPr>
        <p:grpSpPr bwMode="auto">
          <a:xfrm>
            <a:off x="804512" y="2358873"/>
            <a:ext cx="541210" cy="559600"/>
            <a:chOff x="0" y="0"/>
            <a:chExt cx="724349" cy="724349"/>
          </a:xfrm>
        </p:grpSpPr>
        <p:sp>
          <p:nvSpPr>
            <p:cNvPr id="17" name="Freeform 44">
              <a:extLst>
                <a:ext uri="{FF2B5EF4-FFF2-40B4-BE49-F238E27FC236}">
                  <a16:creationId xmlns:a16="http://schemas.microsoft.com/office/drawing/2014/main" id="{D4F7A8BA-1DE2-4247-92E8-C3F251B19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3" y="1632"/>
                    <a:pt x="113" y="1632"/>
                    <a:pt x="113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3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E8C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6EAEF411-116D-49C3-81F1-7950D7E98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298882"/>
              <a:ext cx="417262" cy="274268"/>
            </a:xfrm>
            <a:custGeom>
              <a:avLst/>
              <a:gdLst>
                <a:gd name="T0" fmla="*/ 0 w 939"/>
                <a:gd name="T1" fmla="*/ 2147483647 h 619"/>
                <a:gd name="T2" fmla="*/ 2147483647 w 939"/>
                <a:gd name="T3" fmla="*/ 2147483647 h 619"/>
                <a:gd name="T4" fmla="*/ 2147483647 w 939"/>
                <a:gd name="T5" fmla="*/ 2147483647 h 619"/>
                <a:gd name="T6" fmla="*/ 2147483647 w 939"/>
                <a:gd name="T7" fmla="*/ 0 h 619"/>
                <a:gd name="T8" fmla="*/ 2147483647 w 939"/>
                <a:gd name="T9" fmla="*/ 2147483647 h 619"/>
                <a:gd name="T10" fmla="*/ 2147483647 w 939"/>
                <a:gd name="T11" fmla="*/ 2147483647 h 619"/>
                <a:gd name="T12" fmla="*/ 0 w 939"/>
                <a:gd name="T13" fmla="*/ 2147483647 h 6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9" h="619">
                  <a:moveTo>
                    <a:pt x="0" y="245"/>
                  </a:moveTo>
                  <a:cubicBezTo>
                    <a:pt x="464" y="245"/>
                    <a:pt x="464" y="245"/>
                    <a:pt x="464" y="245"/>
                  </a:cubicBezTo>
                  <a:cubicBezTo>
                    <a:pt x="482" y="245"/>
                    <a:pt x="499" y="241"/>
                    <a:pt x="515" y="232"/>
                  </a:cubicBezTo>
                  <a:cubicBezTo>
                    <a:pt x="917" y="0"/>
                    <a:pt x="917" y="0"/>
                    <a:pt x="917" y="0"/>
                  </a:cubicBezTo>
                  <a:cubicBezTo>
                    <a:pt x="932" y="46"/>
                    <a:pt x="939" y="94"/>
                    <a:pt x="939" y="143"/>
                  </a:cubicBezTo>
                  <a:cubicBezTo>
                    <a:pt x="939" y="406"/>
                    <a:pt x="726" y="619"/>
                    <a:pt x="464" y="619"/>
                  </a:cubicBezTo>
                  <a:cubicBezTo>
                    <a:pt x="238" y="619"/>
                    <a:pt x="47" y="460"/>
                    <a:pt x="0" y="2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6DC70A78-A301-4894-A89F-2E0B317B5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13" y="157060"/>
              <a:ext cx="111348" cy="127758"/>
            </a:xfrm>
            <a:custGeom>
              <a:avLst/>
              <a:gdLst>
                <a:gd name="T0" fmla="*/ 0 w 249"/>
                <a:gd name="T1" fmla="*/ 0 h 288"/>
                <a:gd name="T2" fmla="*/ 2147483647 w 249"/>
                <a:gd name="T3" fmla="*/ 2147483647 h 288"/>
                <a:gd name="T4" fmla="*/ 0 w 249"/>
                <a:gd name="T5" fmla="*/ 2147483647 h 288"/>
                <a:gd name="T6" fmla="*/ 0 w 249"/>
                <a:gd name="T7" fmla="*/ 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9" h="288">
                  <a:moveTo>
                    <a:pt x="0" y="0"/>
                  </a:moveTo>
                  <a:cubicBezTo>
                    <a:pt x="96" y="21"/>
                    <a:pt x="183" y="71"/>
                    <a:pt x="249" y="144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D030F342-ADFD-4166-9103-66E2DA3A0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255515"/>
              <a:ext cx="480555" cy="348110"/>
            </a:xfrm>
            <a:custGeom>
              <a:avLst/>
              <a:gdLst>
                <a:gd name="T0" fmla="*/ 0 w 1085"/>
                <a:gd name="T1" fmla="*/ 2147483647 h 785"/>
                <a:gd name="T2" fmla="*/ 2147483647 w 1085"/>
                <a:gd name="T3" fmla="*/ 2147483647 h 785"/>
                <a:gd name="T4" fmla="*/ 2147483647 w 1085"/>
                <a:gd name="T5" fmla="*/ 2147483647 h 785"/>
                <a:gd name="T6" fmla="*/ 2147483647 w 1085"/>
                <a:gd name="T7" fmla="*/ 0 h 785"/>
                <a:gd name="T8" fmla="*/ 2147483647 w 1085"/>
                <a:gd name="T9" fmla="*/ 2147483647 h 785"/>
                <a:gd name="T10" fmla="*/ 2147483647 w 1085"/>
                <a:gd name="T11" fmla="*/ 2147483647 h 785"/>
                <a:gd name="T12" fmla="*/ 0 w 1085"/>
                <a:gd name="T13" fmla="*/ 2147483647 h 7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85" h="785">
                  <a:moveTo>
                    <a:pt x="0" y="275"/>
                  </a:moveTo>
                  <a:cubicBezTo>
                    <a:pt x="18" y="560"/>
                    <a:pt x="253" y="785"/>
                    <a:pt x="542" y="785"/>
                  </a:cubicBezTo>
                  <a:cubicBezTo>
                    <a:pt x="842" y="785"/>
                    <a:pt x="1085" y="542"/>
                    <a:pt x="1085" y="241"/>
                  </a:cubicBezTo>
                  <a:cubicBezTo>
                    <a:pt x="1085" y="154"/>
                    <a:pt x="1064" y="73"/>
                    <a:pt x="1028" y="0"/>
                  </a:cubicBezTo>
                  <a:cubicBezTo>
                    <a:pt x="559" y="271"/>
                    <a:pt x="559" y="271"/>
                    <a:pt x="559" y="271"/>
                  </a:cubicBezTo>
                  <a:cubicBezTo>
                    <a:pt x="553" y="274"/>
                    <a:pt x="548" y="275"/>
                    <a:pt x="542" y="275"/>
                  </a:cubicBezTo>
                  <a:lnTo>
                    <a:pt x="0" y="275"/>
                  </a:lnTo>
                  <a:close/>
                </a:path>
              </a:pathLst>
            </a:custGeom>
            <a:solidFill>
              <a:srgbClr val="73C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996140F1-3E88-4ED5-AFCA-DBC645AB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123069"/>
              <a:ext cx="225040" cy="223869"/>
            </a:xfrm>
            <a:custGeom>
              <a:avLst/>
              <a:gdLst>
                <a:gd name="T0" fmla="*/ 0 w 508"/>
                <a:gd name="T1" fmla="*/ 2147483647 h 507"/>
                <a:gd name="T2" fmla="*/ 2147483647 w 508"/>
                <a:gd name="T3" fmla="*/ 2147483647 h 507"/>
                <a:gd name="T4" fmla="*/ 2147483647 w 508"/>
                <a:gd name="T5" fmla="*/ 0 h 507"/>
                <a:gd name="T6" fmla="*/ 0 w 508"/>
                <a:gd name="T7" fmla="*/ 2147483647 h 5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8" h="507">
                  <a:moveTo>
                    <a:pt x="0" y="507"/>
                  </a:moveTo>
                  <a:cubicBezTo>
                    <a:pt x="508" y="507"/>
                    <a:pt x="508" y="507"/>
                    <a:pt x="508" y="507"/>
                  </a:cubicBezTo>
                  <a:cubicBezTo>
                    <a:pt x="508" y="0"/>
                    <a:pt x="508" y="0"/>
                    <a:pt x="508" y="0"/>
                  </a:cubicBezTo>
                  <a:cubicBezTo>
                    <a:pt x="235" y="17"/>
                    <a:pt x="17" y="235"/>
                    <a:pt x="0" y="507"/>
                  </a:cubicBez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4FFC25-9ABA-4B98-9B26-AAE0B675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157060"/>
              <a:ext cx="160576" cy="160576"/>
            </a:xfrm>
            <a:custGeom>
              <a:avLst/>
              <a:gdLst>
                <a:gd name="T0" fmla="*/ 0 w 362"/>
                <a:gd name="T1" fmla="*/ 2147483647 h 362"/>
                <a:gd name="T2" fmla="*/ 2147483647 w 362"/>
                <a:gd name="T3" fmla="*/ 0 h 362"/>
                <a:gd name="T4" fmla="*/ 2147483647 w 362"/>
                <a:gd name="T5" fmla="*/ 2147483647 h 362"/>
                <a:gd name="T6" fmla="*/ 0 w 362"/>
                <a:gd name="T7" fmla="*/ 2147483647 h 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2" h="362">
                  <a:moveTo>
                    <a:pt x="0" y="362"/>
                  </a:moveTo>
                  <a:cubicBezTo>
                    <a:pt x="39" y="181"/>
                    <a:pt x="181" y="39"/>
                    <a:pt x="362" y="0"/>
                  </a:cubicBezTo>
                  <a:cubicBezTo>
                    <a:pt x="362" y="362"/>
                    <a:pt x="362" y="362"/>
                    <a:pt x="362" y="362"/>
                  </a:cubicBezTo>
                  <a:lnTo>
                    <a:pt x="0" y="362"/>
                  </a:ln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11E6161B-6FAD-426A-BD02-E2B272C0E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2" y="123069"/>
              <a:ext cx="185189" cy="213319"/>
            </a:xfrm>
            <a:custGeom>
              <a:avLst/>
              <a:gdLst>
                <a:gd name="T0" fmla="*/ 0 w 418"/>
                <a:gd name="T1" fmla="*/ 0 h 483"/>
                <a:gd name="T2" fmla="*/ 0 w 418"/>
                <a:gd name="T3" fmla="*/ 2147483647 h 483"/>
                <a:gd name="T4" fmla="*/ 2147483647 w 418"/>
                <a:gd name="T5" fmla="*/ 2147483647 h 483"/>
                <a:gd name="T6" fmla="*/ 0 w 418"/>
                <a:gd name="T7" fmla="*/ 0 h 48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8" h="483">
                  <a:moveTo>
                    <a:pt x="0" y="0"/>
                  </a:moveTo>
                  <a:cubicBezTo>
                    <a:pt x="0" y="483"/>
                    <a:pt x="0" y="483"/>
                    <a:pt x="0" y="483"/>
                  </a:cubicBezTo>
                  <a:cubicBezTo>
                    <a:pt x="418" y="241"/>
                    <a:pt x="418" y="241"/>
                    <a:pt x="418" y="241"/>
                  </a:cubicBezTo>
                  <a:cubicBezTo>
                    <a:pt x="327" y="103"/>
                    <a:pt x="174" y="10"/>
                    <a:pt x="0" y="0"/>
                  </a:cubicBez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D5813CE-C33C-4D41-8D50-4C8790E17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761" y="1121697"/>
            <a:ext cx="2990476" cy="484761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F05698F-081E-4ABC-B59C-524E89EC88C0}"/>
              </a:ext>
            </a:extLst>
          </p:cNvPr>
          <p:cNvSpPr/>
          <p:nvPr/>
        </p:nvSpPr>
        <p:spPr>
          <a:xfrm>
            <a:off x="574699" y="4043807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网络：可使用公司访客无线网络，输入密码访问；</a:t>
            </a:r>
          </a:p>
        </p:txBody>
      </p:sp>
    </p:spTree>
    <p:extLst>
      <p:ext uri="{BB962C8B-B14F-4D97-AF65-F5344CB8AC3E}">
        <p14:creationId xmlns:p14="http://schemas.microsoft.com/office/powerpoint/2010/main" val="368354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6">
            <a:extLst>
              <a:ext uri="{FF2B5EF4-FFF2-40B4-BE49-F238E27FC236}">
                <a16:creationId xmlns:a16="http://schemas.microsoft.com/office/drawing/2014/main" id="{881DA459-1511-4657-B7F7-47572962165B}"/>
              </a:ext>
            </a:extLst>
          </p:cNvPr>
          <p:cNvSpPr/>
          <p:nvPr/>
        </p:nvSpPr>
        <p:spPr bwMode="auto">
          <a:xfrm>
            <a:off x="290355" y="944501"/>
            <a:ext cx="10891210" cy="5679854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答题界面及考试过程控制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10D49C-18CB-4D16-9A66-B3D2E2D86FE1}"/>
              </a:ext>
            </a:extLst>
          </p:cNvPr>
          <p:cNvSpPr/>
          <p:nvPr/>
        </p:nvSpPr>
        <p:spPr>
          <a:xfrm>
            <a:off x="603880" y="1043735"/>
            <a:ext cx="6096000" cy="19005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答题界面适配：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、竖屏为主、简洁布局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、答题卡悬浮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底部导航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、已答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标记题状态</a:t>
            </a: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CA2F31-E8DB-4548-90E8-63485D7A3CA1}"/>
              </a:ext>
            </a:extLst>
          </p:cNvPr>
          <p:cNvSpPr/>
          <p:nvPr/>
        </p:nvSpPr>
        <p:spPr>
          <a:xfrm>
            <a:off x="603880" y="2944255"/>
            <a:ext cx="6111693" cy="2901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题库与题型设计：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、单选、多选、判断：</a:t>
            </a:r>
            <a:r>
              <a:rPr lang="zh-CN" altLang="en-US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结果只需汇出分数，不提示是否通过</a:t>
            </a:r>
            <a:endParaRPr lang="en-US" altLang="zh-CN" u="sng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简单题：采用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线下纸质版笔试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答题方式；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可将线下纸质成绩导入，合并计算理论、实操成绩，最终形成终版结果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、随机抽题、固定组卷、防重复抽题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、题目难度分级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b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、通用题目设置试卷占比为</a:t>
            </a:r>
            <a:r>
              <a:rPr lang="en-US" altLang="zh-CN" b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zh-CN" altLang="en-US" b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C0BD73-A862-4B48-A672-11EF4902EBE2}"/>
              </a:ext>
            </a:extLst>
          </p:cNvPr>
          <p:cNvSpPr/>
          <p:nvPr/>
        </p:nvSpPr>
        <p:spPr>
          <a:xfrm>
            <a:off x="603880" y="5913499"/>
            <a:ext cx="5673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倒计时：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距考试结束还剩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小时（动态显示）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D4C34-7835-49C5-A1EC-8D144EF36D97}"/>
              </a:ext>
            </a:extLst>
          </p:cNvPr>
          <p:cNvSpPr/>
          <p:nvPr/>
        </p:nvSpPr>
        <p:spPr>
          <a:xfrm>
            <a:off x="4250795" y="159798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、一键标记疑问题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、快速跳转题目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、答题实时保存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、提交二次确认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C6E30E-9C27-4CC1-A332-715B6D52D41E}"/>
              </a:ext>
            </a:extLst>
          </p:cNvPr>
          <p:cNvSpPr/>
          <p:nvPr/>
        </p:nvSpPr>
        <p:spPr>
          <a:xfrm>
            <a:off x="6816080" y="1624663"/>
            <a:ext cx="2858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、中途断网退出自动保存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、考试结束强制交卷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791AC7-8071-4DC2-B0A4-4C8D51758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681" y="2388165"/>
            <a:ext cx="3084660" cy="3946336"/>
          </a:xfrm>
          <a:prstGeom prst="rect">
            <a:avLst/>
          </a:prstGeom>
        </p:spPr>
      </p:pic>
      <p:grpSp>
        <p:nvGrpSpPr>
          <p:cNvPr id="21" name="组合 248">
            <a:extLst>
              <a:ext uri="{FF2B5EF4-FFF2-40B4-BE49-F238E27FC236}">
                <a16:creationId xmlns:a16="http://schemas.microsoft.com/office/drawing/2014/main" id="{7AF1DC4D-F960-4297-BF30-295519A537A4}"/>
              </a:ext>
            </a:extLst>
          </p:cNvPr>
          <p:cNvGrpSpPr>
            <a:grpSpLocks/>
          </p:cNvGrpSpPr>
          <p:nvPr/>
        </p:nvGrpSpPr>
        <p:grpSpPr bwMode="auto">
          <a:xfrm>
            <a:off x="10453539" y="1111300"/>
            <a:ext cx="540060" cy="554254"/>
            <a:chOff x="0" y="0"/>
            <a:chExt cx="724349" cy="724349"/>
          </a:xfrm>
        </p:grpSpPr>
        <p:sp>
          <p:nvSpPr>
            <p:cNvPr id="22" name="Freeform 79">
              <a:extLst>
                <a:ext uri="{FF2B5EF4-FFF2-40B4-BE49-F238E27FC236}">
                  <a16:creationId xmlns:a16="http://schemas.microsoft.com/office/drawing/2014/main" id="{2563311B-BACD-4F9E-8DC4-67EB987EA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80">
              <a:extLst>
                <a:ext uri="{FF2B5EF4-FFF2-40B4-BE49-F238E27FC236}">
                  <a16:creationId xmlns:a16="http://schemas.microsoft.com/office/drawing/2014/main" id="{0D76040B-3674-48E0-BD16-337D31582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68" y="560256"/>
              <a:ext cx="75013" cy="75013"/>
            </a:xfrm>
            <a:prstGeom prst="ellipse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4" name="Rectangle 81">
              <a:extLst>
                <a:ext uri="{FF2B5EF4-FFF2-40B4-BE49-F238E27FC236}">
                  <a16:creationId xmlns:a16="http://schemas.microsoft.com/office/drawing/2014/main" id="{FB9CA26A-C5CB-4145-BAD6-501FD2B9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57" y="159403"/>
              <a:ext cx="269580" cy="394993"/>
            </a:xfrm>
            <a:prstGeom prst="rect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5" name="Freeform 82">
              <a:extLst>
                <a:ext uri="{FF2B5EF4-FFF2-40B4-BE49-F238E27FC236}">
                  <a16:creationId xmlns:a16="http://schemas.microsoft.com/office/drawing/2014/main" id="{4E036C6F-4AC7-413B-A66D-811BD7116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57" y="159403"/>
              <a:ext cx="269580" cy="394993"/>
            </a:xfrm>
            <a:custGeom>
              <a:avLst/>
              <a:gdLst>
                <a:gd name="T0" fmla="*/ 0 w 609"/>
                <a:gd name="T1" fmla="*/ 2147483647 h 891"/>
                <a:gd name="T2" fmla="*/ 2147483647 w 609"/>
                <a:gd name="T3" fmla="*/ 0 h 891"/>
                <a:gd name="T4" fmla="*/ 2147483647 w 609"/>
                <a:gd name="T5" fmla="*/ 2147483647 h 891"/>
                <a:gd name="T6" fmla="*/ 0 w 609"/>
                <a:gd name="T7" fmla="*/ 2147483647 h 8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9" h="891">
                  <a:moveTo>
                    <a:pt x="0" y="891"/>
                  </a:moveTo>
                  <a:cubicBezTo>
                    <a:pt x="0" y="891"/>
                    <a:pt x="294" y="235"/>
                    <a:pt x="609" y="0"/>
                  </a:cubicBezTo>
                  <a:cubicBezTo>
                    <a:pt x="609" y="891"/>
                    <a:pt x="609" y="891"/>
                    <a:pt x="609" y="891"/>
                  </a:cubicBezTo>
                  <a:lnTo>
                    <a:pt x="0" y="891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83">
              <a:extLst>
                <a:ext uri="{FF2B5EF4-FFF2-40B4-BE49-F238E27FC236}">
                  <a16:creationId xmlns:a16="http://schemas.microsoft.com/office/drawing/2014/main" id="{353C9543-9C05-4AC6-9EBB-D6F2A574F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87" y="128929"/>
              <a:ext cx="311775" cy="527438"/>
            </a:xfrm>
            <a:custGeom>
              <a:avLst/>
              <a:gdLst>
                <a:gd name="T0" fmla="*/ 2147483647 w 703"/>
                <a:gd name="T1" fmla="*/ 0 h 1190"/>
                <a:gd name="T2" fmla="*/ 2147483647 w 703"/>
                <a:gd name="T3" fmla="*/ 0 h 1190"/>
                <a:gd name="T4" fmla="*/ 0 w 703"/>
                <a:gd name="T5" fmla="*/ 2147483647 h 1190"/>
                <a:gd name="T6" fmla="*/ 0 w 703"/>
                <a:gd name="T7" fmla="*/ 2147483647 h 1190"/>
                <a:gd name="T8" fmla="*/ 2147483647 w 703"/>
                <a:gd name="T9" fmla="*/ 2147483647 h 1190"/>
                <a:gd name="T10" fmla="*/ 2147483647 w 703"/>
                <a:gd name="T11" fmla="*/ 2147483647 h 1190"/>
                <a:gd name="T12" fmla="*/ 2147483647 w 703"/>
                <a:gd name="T13" fmla="*/ 2147483647 h 1190"/>
                <a:gd name="T14" fmla="*/ 2147483647 w 703"/>
                <a:gd name="T15" fmla="*/ 2147483647 h 1190"/>
                <a:gd name="T16" fmla="*/ 2147483647 w 703"/>
                <a:gd name="T17" fmla="*/ 2147483647 h 1190"/>
                <a:gd name="T18" fmla="*/ 2147483647 w 703"/>
                <a:gd name="T19" fmla="*/ 0 h 1190"/>
                <a:gd name="T20" fmla="*/ 2147483647 w 703"/>
                <a:gd name="T21" fmla="*/ 2147483647 h 1190"/>
                <a:gd name="T22" fmla="*/ 2147483647 w 703"/>
                <a:gd name="T23" fmla="*/ 2147483647 h 1190"/>
                <a:gd name="T24" fmla="*/ 2147483647 w 703"/>
                <a:gd name="T25" fmla="*/ 2147483647 h 1190"/>
                <a:gd name="T26" fmla="*/ 2147483647 w 703"/>
                <a:gd name="T27" fmla="*/ 2147483647 h 1190"/>
                <a:gd name="T28" fmla="*/ 2147483647 w 703"/>
                <a:gd name="T29" fmla="*/ 2147483647 h 1190"/>
                <a:gd name="T30" fmla="*/ 2147483647 w 703"/>
                <a:gd name="T31" fmla="*/ 2147483647 h 1190"/>
                <a:gd name="T32" fmla="*/ 2147483647 w 703"/>
                <a:gd name="T33" fmla="*/ 2147483647 h 1190"/>
                <a:gd name="T34" fmla="*/ 2147483647 w 703"/>
                <a:gd name="T35" fmla="*/ 2147483647 h 1190"/>
                <a:gd name="T36" fmla="*/ 2147483647 w 703"/>
                <a:gd name="T37" fmla="*/ 2147483647 h 1190"/>
                <a:gd name="T38" fmla="*/ 2147483647 w 703"/>
                <a:gd name="T39" fmla="*/ 2147483647 h 119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03" h="1190">
                  <a:moveTo>
                    <a:pt x="639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30"/>
                    <a:pt x="0" y="65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1161"/>
                    <a:pt x="30" y="1190"/>
                    <a:pt x="65" y="1190"/>
                  </a:cubicBezTo>
                  <a:cubicBezTo>
                    <a:pt x="639" y="1190"/>
                    <a:pt x="639" y="1190"/>
                    <a:pt x="639" y="1190"/>
                  </a:cubicBezTo>
                  <a:cubicBezTo>
                    <a:pt x="674" y="1190"/>
                    <a:pt x="703" y="1161"/>
                    <a:pt x="703" y="1125"/>
                  </a:cubicBezTo>
                  <a:cubicBezTo>
                    <a:pt x="703" y="1125"/>
                    <a:pt x="703" y="1125"/>
                    <a:pt x="703" y="1125"/>
                  </a:cubicBezTo>
                  <a:cubicBezTo>
                    <a:pt x="703" y="65"/>
                    <a:pt x="703" y="65"/>
                    <a:pt x="703" y="65"/>
                  </a:cubicBezTo>
                  <a:cubicBezTo>
                    <a:pt x="703" y="30"/>
                    <a:pt x="674" y="0"/>
                    <a:pt x="639" y="0"/>
                  </a:cubicBezTo>
                  <a:close/>
                  <a:moveTo>
                    <a:pt x="352" y="1125"/>
                  </a:moveTo>
                  <a:cubicBezTo>
                    <a:pt x="319" y="1125"/>
                    <a:pt x="292" y="1099"/>
                    <a:pt x="292" y="1066"/>
                  </a:cubicBezTo>
                  <a:cubicBezTo>
                    <a:pt x="292" y="1033"/>
                    <a:pt x="319" y="1006"/>
                    <a:pt x="352" y="1006"/>
                  </a:cubicBezTo>
                  <a:cubicBezTo>
                    <a:pt x="385" y="1006"/>
                    <a:pt x="411" y="1033"/>
                    <a:pt x="411" y="1066"/>
                  </a:cubicBezTo>
                  <a:cubicBezTo>
                    <a:pt x="411" y="1099"/>
                    <a:pt x="385" y="1125"/>
                    <a:pt x="352" y="1125"/>
                  </a:cubicBezTo>
                  <a:close/>
                  <a:moveTo>
                    <a:pt x="629" y="941"/>
                  </a:moveTo>
                  <a:cubicBezTo>
                    <a:pt x="75" y="941"/>
                    <a:pt x="75" y="941"/>
                    <a:pt x="75" y="941"/>
                  </a:cubicBezTo>
                  <a:cubicBezTo>
                    <a:pt x="75" y="146"/>
                    <a:pt x="75" y="146"/>
                    <a:pt x="75" y="146"/>
                  </a:cubicBezTo>
                  <a:cubicBezTo>
                    <a:pt x="629" y="146"/>
                    <a:pt x="629" y="146"/>
                    <a:pt x="629" y="146"/>
                  </a:cubicBezTo>
                  <a:lnTo>
                    <a:pt x="629" y="941"/>
                  </a:ln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84">
              <a:extLst>
                <a:ext uri="{FF2B5EF4-FFF2-40B4-BE49-F238E27FC236}">
                  <a16:creationId xmlns:a16="http://schemas.microsoft.com/office/drawing/2014/main" id="{5DC39837-3331-4B6F-9EFA-89384CCF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41" y="387959"/>
              <a:ext cx="48056" cy="125413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" name="Rectangle 85">
              <a:extLst>
                <a:ext uri="{FF2B5EF4-FFF2-40B4-BE49-F238E27FC236}">
                  <a16:creationId xmlns:a16="http://schemas.microsoft.com/office/drawing/2014/main" id="{10836541-5707-4D6E-B81C-CD6076422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54" y="314118"/>
              <a:ext cx="48056" cy="199254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" name="Rectangle 86">
              <a:extLst>
                <a:ext uri="{FF2B5EF4-FFF2-40B4-BE49-F238E27FC236}">
                  <a16:creationId xmlns:a16="http://schemas.microsoft.com/office/drawing/2014/main" id="{87361CFA-AEFF-4CAC-82F5-7D111F93B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33" y="355141"/>
              <a:ext cx="48056" cy="158232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92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36">
            <a:extLst>
              <a:ext uri="{FF2B5EF4-FFF2-40B4-BE49-F238E27FC236}">
                <a16:creationId xmlns:a16="http://schemas.microsoft.com/office/drawing/2014/main" id="{FE902727-87E1-4909-B3D6-DD8272DD7097}"/>
              </a:ext>
            </a:extLst>
          </p:cNvPr>
          <p:cNvSpPr/>
          <p:nvPr/>
        </p:nvSpPr>
        <p:spPr bwMode="auto">
          <a:xfrm>
            <a:off x="290355" y="944500"/>
            <a:ext cx="11431270" cy="5724859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成绩统计设计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3D0329-368F-4C4F-BB4E-AD1716BBBE1B}"/>
              </a:ext>
            </a:extLst>
          </p:cNvPr>
          <p:cNvSpPr/>
          <p:nvPr/>
        </p:nvSpPr>
        <p:spPr>
          <a:xfrm>
            <a:off x="695400" y="1088740"/>
            <a:ext cx="5175575" cy="3782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自动阅卷与评分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客观题即时判分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总分计算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错题解析、正确答案、个人考试报告（用时、正确率）：此项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考试后管理员手动限定时间开放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数据管理设计（仅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有权限）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考生成绩导出缺考、作弊、异常记录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考试数据分析（平均分、难度、通过率）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7107CE-3CB5-4332-B4BE-2CBEB9972B6F}"/>
              </a:ext>
            </a:extLst>
          </p:cNvPr>
          <p:cNvSpPr/>
          <p:nvPr/>
        </p:nvSpPr>
        <p:spPr>
          <a:xfrm>
            <a:off x="6636060" y="1268760"/>
            <a:ext cx="50855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、后台管理必备设计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考试创建与编辑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题库批量导入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考生名单导入与权限设置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实时监考（查看在线状态、异常行为）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成绩管理与人工评卷</a:t>
            </a:r>
          </a:p>
          <a:p>
            <a:endParaRPr lang="zh-CN" altLang="en-US" b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5A5CF4-F983-4458-8D24-322E5EA00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60" y="3789040"/>
            <a:ext cx="4455495" cy="2777974"/>
          </a:xfrm>
          <a:prstGeom prst="rect">
            <a:avLst/>
          </a:prstGeom>
        </p:spPr>
      </p:pic>
      <p:grpSp>
        <p:nvGrpSpPr>
          <p:cNvPr id="21" name="组合 246">
            <a:extLst>
              <a:ext uri="{FF2B5EF4-FFF2-40B4-BE49-F238E27FC236}">
                <a16:creationId xmlns:a16="http://schemas.microsoft.com/office/drawing/2014/main" id="{912E28D2-3845-4693-A3B2-830A19557154}"/>
              </a:ext>
            </a:extLst>
          </p:cNvPr>
          <p:cNvGrpSpPr>
            <a:grpSpLocks/>
          </p:cNvGrpSpPr>
          <p:nvPr/>
        </p:nvGrpSpPr>
        <p:grpSpPr bwMode="auto">
          <a:xfrm>
            <a:off x="10641505" y="1244104"/>
            <a:ext cx="631127" cy="599908"/>
            <a:chOff x="0" y="0"/>
            <a:chExt cx="723177" cy="724349"/>
          </a:xfrm>
        </p:grpSpPr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755B97A8-64F5-4734-AA6B-88BD4A97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3177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7B6A54AD-23B0-43A3-83BB-174BB438B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0" y="176985"/>
              <a:ext cx="450081" cy="324668"/>
            </a:xfrm>
            <a:custGeom>
              <a:avLst/>
              <a:gdLst>
                <a:gd name="T0" fmla="*/ 2147483647 w 1014"/>
                <a:gd name="T1" fmla="*/ 2147483647 h 730"/>
                <a:gd name="T2" fmla="*/ 2147483647 w 1014"/>
                <a:gd name="T3" fmla="*/ 2147483647 h 730"/>
                <a:gd name="T4" fmla="*/ 2147483647 w 1014"/>
                <a:gd name="T5" fmla="*/ 2147483647 h 730"/>
                <a:gd name="T6" fmla="*/ 0 w 1014"/>
                <a:gd name="T7" fmla="*/ 2147483647 h 730"/>
                <a:gd name="T8" fmla="*/ 0 w 1014"/>
                <a:gd name="T9" fmla="*/ 2147483647 h 730"/>
                <a:gd name="T10" fmla="*/ 2147483647 w 1014"/>
                <a:gd name="T11" fmla="*/ 0 h 730"/>
                <a:gd name="T12" fmla="*/ 2147483647 w 1014"/>
                <a:gd name="T13" fmla="*/ 0 h 730"/>
                <a:gd name="T14" fmla="*/ 2147483647 w 1014"/>
                <a:gd name="T15" fmla="*/ 2147483647 h 730"/>
                <a:gd name="T16" fmla="*/ 2147483647 w 1014"/>
                <a:gd name="T17" fmla="*/ 2147483647 h 7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14" h="730">
                  <a:moveTo>
                    <a:pt x="1014" y="651"/>
                  </a:moveTo>
                  <a:cubicBezTo>
                    <a:pt x="1014" y="695"/>
                    <a:pt x="978" y="730"/>
                    <a:pt x="935" y="730"/>
                  </a:cubicBezTo>
                  <a:cubicBezTo>
                    <a:pt x="79" y="730"/>
                    <a:pt x="79" y="730"/>
                    <a:pt x="79" y="730"/>
                  </a:cubicBezTo>
                  <a:cubicBezTo>
                    <a:pt x="35" y="730"/>
                    <a:pt x="0" y="695"/>
                    <a:pt x="0" y="65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978" y="0"/>
                    <a:pt x="1014" y="35"/>
                    <a:pt x="1014" y="78"/>
                  </a:cubicBezTo>
                  <a:lnTo>
                    <a:pt x="1014" y="651"/>
                  </a:lnTo>
                  <a:close/>
                </a:path>
              </a:pathLst>
            </a:cu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936B9453-6A4A-4673-A475-454B5F1F2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60" y="200427"/>
              <a:ext cx="433671" cy="307086"/>
            </a:xfrm>
            <a:custGeom>
              <a:avLst/>
              <a:gdLst>
                <a:gd name="T0" fmla="*/ 0 w 979"/>
                <a:gd name="T1" fmla="*/ 2147483647 h 692"/>
                <a:gd name="T2" fmla="*/ 2147483647 w 979"/>
                <a:gd name="T3" fmla="*/ 0 h 692"/>
                <a:gd name="T4" fmla="*/ 2147483647 w 979"/>
                <a:gd name="T5" fmla="*/ 2147483647 h 692"/>
                <a:gd name="T6" fmla="*/ 2147483647 w 979"/>
                <a:gd name="T7" fmla="*/ 2147483647 h 692"/>
                <a:gd name="T8" fmla="*/ 2147483647 w 979"/>
                <a:gd name="T9" fmla="*/ 2147483647 h 692"/>
                <a:gd name="T10" fmla="*/ 0 w 979"/>
                <a:gd name="T11" fmla="*/ 2147483647 h 6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9" h="692">
                  <a:moveTo>
                    <a:pt x="0" y="623"/>
                  </a:moveTo>
                  <a:cubicBezTo>
                    <a:pt x="0" y="623"/>
                    <a:pt x="574" y="168"/>
                    <a:pt x="938" y="0"/>
                  </a:cubicBezTo>
                  <a:cubicBezTo>
                    <a:pt x="979" y="532"/>
                    <a:pt x="979" y="532"/>
                    <a:pt x="979" y="532"/>
                  </a:cubicBezTo>
                  <a:cubicBezTo>
                    <a:pt x="942" y="692"/>
                    <a:pt x="942" y="692"/>
                    <a:pt x="942" y="692"/>
                  </a:cubicBezTo>
                  <a:cubicBezTo>
                    <a:pt x="30" y="677"/>
                    <a:pt x="30" y="677"/>
                    <a:pt x="30" y="677"/>
                  </a:cubicBezTo>
                  <a:lnTo>
                    <a:pt x="0" y="623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5AFA5EE-1AF6-4B32-8EA6-E66F40B5D6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8381" y="159404"/>
              <a:ext cx="492276" cy="370379"/>
            </a:xfrm>
            <a:custGeom>
              <a:avLst/>
              <a:gdLst>
                <a:gd name="T0" fmla="*/ 2147483647 w 1108"/>
                <a:gd name="T1" fmla="*/ 0 h 834"/>
                <a:gd name="T2" fmla="*/ 2147483647 w 1108"/>
                <a:gd name="T3" fmla="*/ 0 h 834"/>
                <a:gd name="T4" fmla="*/ 0 w 1108"/>
                <a:gd name="T5" fmla="*/ 2147483647 h 834"/>
                <a:gd name="T6" fmla="*/ 0 w 1108"/>
                <a:gd name="T7" fmla="*/ 2147483647 h 834"/>
                <a:gd name="T8" fmla="*/ 2147483647 w 1108"/>
                <a:gd name="T9" fmla="*/ 2147483647 h 834"/>
                <a:gd name="T10" fmla="*/ 2147483647 w 1108"/>
                <a:gd name="T11" fmla="*/ 2147483647 h 834"/>
                <a:gd name="T12" fmla="*/ 2147483647 w 1108"/>
                <a:gd name="T13" fmla="*/ 2147483647 h 834"/>
                <a:gd name="T14" fmla="*/ 2147483647 w 1108"/>
                <a:gd name="T15" fmla="*/ 2147483647 h 834"/>
                <a:gd name="T16" fmla="*/ 2147483647 w 1108"/>
                <a:gd name="T17" fmla="*/ 0 h 834"/>
                <a:gd name="T18" fmla="*/ 2147483647 w 1108"/>
                <a:gd name="T19" fmla="*/ 2147483647 h 834"/>
                <a:gd name="T20" fmla="*/ 2147483647 w 1108"/>
                <a:gd name="T21" fmla="*/ 2147483647 h 834"/>
                <a:gd name="T22" fmla="*/ 2147483647 w 1108"/>
                <a:gd name="T23" fmla="*/ 2147483647 h 834"/>
                <a:gd name="T24" fmla="*/ 2147483647 w 1108"/>
                <a:gd name="T25" fmla="*/ 2147483647 h 834"/>
                <a:gd name="T26" fmla="*/ 2147483647 w 1108"/>
                <a:gd name="T27" fmla="*/ 2147483647 h 8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8" h="834">
                  <a:moveTo>
                    <a:pt x="1040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1" y="0"/>
                    <a:pt x="0" y="30"/>
                    <a:pt x="0" y="67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804"/>
                    <a:pt x="31" y="834"/>
                    <a:pt x="68" y="834"/>
                  </a:cubicBezTo>
                  <a:cubicBezTo>
                    <a:pt x="1040" y="834"/>
                    <a:pt x="1040" y="834"/>
                    <a:pt x="1040" y="834"/>
                  </a:cubicBezTo>
                  <a:cubicBezTo>
                    <a:pt x="1077" y="834"/>
                    <a:pt x="1108" y="804"/>
                    <a:pt x="1108" y="767"/>
                  </a:cubicBezTo>
                  <a:cubicBezTo>
                    <a:pt x="1108" y="67"/>
                    <a:pt x="1108" y="67"/>
                    <a:pt x="1108" y="67"/>
                  </a:cubicBezTo>
                  <a:cubicBezTo>
                    <a:pt x="1108" y="30"/>
                    <a:pt x="1077" y="0"/>
                    <a:pt x="1040" y="0"/>
                  </a:cubicBezTo>
                  <a:close/>
                  <a:moveTo>
                    <a:pt x="1023" y="717"/>
                  </a:moveTo>
                  <a:cubicBezTo>
                    <a:pt x="85" y="717"/>
                    <a:pt x="85" y="717"/>
                    <a:pt x="85" y="717"/>
                  </a:cubicBezTo>
                  <a:cubicBezTo>
                    <a:pt x="85" y="94"/>
                    <a:pt x="85" y="94"/>
                    <a:pt x="85" y="94"/>
                  </a:cubicBezTo>
                  <a:cubicBezTo>
                    <a:pt x="1023" y="94"/>
                    <a:pt x="1023" y="94"/>
                    <a:pt x="1023" y="94"/>
                  </a:cubicBezTo>
                  <a:lnTo>
                    <a:pt x="1023" y="717"/>
                  </a:lnTo>
                  <a:close/>
                </a:path>
              </a:pathLst>
            </a:custGeom>
            <a:solidFill>
              <a:srgbClr val="32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FE8F8E9F-4DA0-4C6F-BF7F-C8A77BD48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171" y="550880"/>
              <a:ext cx="223869" cy="49228"/>
            </a:xfrm>
            <a:custGeom>
              <a:avLst/>
              <a:gdLst>
                <a:gd name="T0" fmla="*/ 2147483647 w 191"/>
                <a:gd name="T1" fmla="*/ 0 h 42"/>
                <a:gd name="T2" fmla="*/ 0 w 191"/>
                <a:gd name="T3" fmla="*/ 2147483647 h 42"/>
                <a:gd name="T4" fmla="*/ 2147483647 w 191"/>
                <a:gd name="T5" fmla="*/ 2147483647 h 42"/>
                <a:gd name="T6" fmla="*/ 2147483647 w 191"/>
                <a:gd name="T7" fmla="*/ 0 h 42"/>
                <a:gd name="T8" fmla="*/ 2147483647 w 19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42">
                  <a:moveTo>
                    <a:pt x="42" y="0"/>
                  </a:moveTo>
                  <a:lnTo>
                    <a:pt x="0" y="42"/>
                  </a:lnTo>
                  <a:lnTo>
                    <a:pt x="191" y="42"/>
                  </a:lnTo>
                  <a:lnTo>
                    <a:pt x="149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A05E5075-0ABC-4B83-AD6C-6389F69E5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27" y="282473"/>
              <a:ext cx="321151" cy="139478"/>
            </a:xfrm>
            <a:custGeom>
              <a:avLst/>
              <a:gdLst>
                <a:gd name="T0" fmla="*/ 2147483647 w 726"/>
                <a:gd name="T1" fmla="*/ 2147483647 h 315"/>
                <a:gd name="T2" fmla="*/ 2147483647 w 726"/>
                <a:gd name="T3" fmla="*/ 2147483647 h 315"/>
                <a:gd name="T4" fmla="*/ 2147483647 w 726"/>
                <a:gd name="T5" fmla="*/ 2147483647 h 315"/>
                <a:gd name="T6" fmla="*/ 2147483647 w 726"/>
                <a:gd name="T7" fmla="*/ 2147483647 h 315"/>
                <a:gd name="T8" fmla="*/ 2147483647 w 726"/>
                <a:gd name="T9" fmla="*/ 2147483647 h 315"/>
                <a:gd name="T10" fmla="*/ 2147483647 w 726"/>
                <a:gd name="T11" fmla="*/ 2147483647 h 315"/>
                <a:gd name="T12" fmla="*/ 2147483647 w 726"/>
                <a:gd name="T13" fmla="*/ 2147483647 h 315"/>
                <a:gd name="T14" fmla="*/ 2147483647 w 726"/>
                <a:gd name="T15" fmla="*/ 2147483647 h 315"/>
                <a:gd name="T16" fmla="*/ 2147483647 w 726"/>
                <a:gd name="T17" fmla="*/ 2147483647 h 315"/>
                <a:gd name="T18" fmla="*/ 2147483647 w 726"/>
                <a:gd name="T19" fmla="*/ 2147483647 h 315"/>
                <a:gd name="T20" fmla="*/ 2147483647 w 726"/>
                <a:gd name="T21" fmla="*/ 2147483647 h 315"/>
                <a:gd name="T22" fmla="*/ 2147483647 w 726"/>
                <a:gd name="T23" fmla="*/ 2147483647 h 315"/>
                <a:gd name="T24" fmla="*/ 2147483647 w 726"/>
                <a:gd name="T25" fmla="*/ 2147483647 h 315"/>
                <a:gd name="T26" fmla="*/ 2147483647 w 726"/>
                <a:gd name="T27" fmla="*/ 2147483647 h 315"/>
                <a:gd name="T28" fmla="*/ 2147483647 w 726"/>
                <a:gd name="T29" fmla="*/ 0 h 315"/>
                <a:gd name="T30" fmla="*/ 2147483647 w 726"/>
                <a:gd name="T31" fmla="*/ 2147483647 h 315"/>
                <a:gd name="T32" fmla="*/ 2147483647 w 726"/>
                <a:gd name="T33" fmla="*/ 2147483647 h 315"/>
                <a:gd name="T34" fmla="*/ 2147483647 w 726"/>
                <a:gd name="T35" fmla="*/ 2147483647 h 315"/>
                <a:gd name="T36" fmla="*/ 2147483647 w 726"/>
                <a:gd name="T37" fmla="*/ 2147483647 h 315"/>
                <a:gd name="T38" fmla="*/ 2147483647 w 726"/>
                <a:gd name="T39" fmla="*/ 2147483647 h 315"/>
                <a:gd name="T40" fmla="*/ 2147483647 w 726"/>
                <a:gd name="T41" fmla="*/ 2147483647 h 315"/>
                <a:gd name="T42" fmla="*/ 2147483647 w 726"/>
                <a:gd name="T43" fmla="*/ 2147483647 h 315"/>
                <a:gd name="T44" fmla="*/ 2147483647 w 726"/>
                <a:gd name="T45" fmla="*/ 2147483647 h 315"/>
                <a:gd name="T46" fmla="*/ 2147483647 w 726"/>
                <a:gd name="T47" fmla="*/ 2147483647 h 315"/>
                <a:gd name="T48" fmla="*/ 2147483647 w 726"/>
                <a:gd name="T49" fmla="*/ 2147483647 h 315"/>
                <a:gd name="T50" fmla="*/ 2147483647 w 726"/>
                <a:gd name="T51" fmla="*/ 2147483647 h 315"/>
                <a:gd name="T52" fmla="*/ 2147483647 w 726"/>
                <a:gd name="T53" fmla="*/ 2147483647 h 315"/>
                <a:gd name="T54" fmla="*/ 0 w 726"/>
                <a:gd name="T55" fmla="*/ 2147483647 h 315"/>
                <a:gd name="T56" fmla="*/ 2147483647 w 726"/>
                <a:gd name="T57" fmla="*/ 2147483647 h 31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26" h="315">
                  <a:moveTo>
                    <a:pt x="45" y="315"/>
                  </a:moveTo>
                  <a:cubicBezTo>
                    <a:pt x="70" y="315"/>
                    <a:pt x="90" y="295"/>
                    <a:pt x="90" y="270"/>
                  </a:cubicBezTo>
                  <a:cubicBezTo>
                    <a:pt x="90" y="266"/>
                    <a:pt x="89" y="262"/>
                    <a:pt x="87" y="257"/>
                  </a:cubicBezTo>
                  <a:cubicBezTo>
                    <a:pt x="145" y="211"/>
                    <a:pt x="247" y="129"/>
                    <a:pt x="293" y="93"/>
                  </a:cubicBezTo>
                  <a:cubicBezTo>
                    <a:pt x="301" y="98"/>
                    <a:pt x="309" y="102"/>
                    <a:pt x="319" y="102"/>
                  </a:cubicBezTo>
                  <a:cubicBezTo>
                    <a:pt x="327" y="102"/>
                    <a:pt x="334" y="99"/>
                    <a:pt x="340" y="96"/>
                  </a:cubicBezTo>
                  <a:cubicBezTo>
                    <a:pt x="370" y="121"/>
                    <a:pt x="421" y="164"/>
                    <a:pt x="457" y="195"/>
                  </a:cubicBezTo>
                  <a:cubicBezTo>
                    <a:pt x="457" y="198"/>
                    <a:pt x="456" y="200"/>
                    <a:pt x="456" y="203"/>
                  </a:cubicBezTo>
                  <a:cubicBezTo>
                    <a:pt x="456" y="228"/>
                    <a:pt x="476" y="248"/>
                    <a:pt x="501" y="248"/>
                  </a:cubicBezTo>
                  <a:cubicBezTo>
                    <a:pt x="526" y="248"/>
                    <a:pt x="546" y="228"/>
                    <a:pt x="546" y="203"/>
                  </a:cubicBezTo>
                  <a:cubicBezTo>
                    <a:pt x="546" y="198"/>
                    <a:pt x="545" y="194"/>
                    <a:pt x="543" y="190"/>
                  </a:cubicBezTo>
                  <a:cubicBezTo>
                    <a:pt x="660" y="85"/>
                    <a:pt x="660" y="85"/>
                    <a:pt x="660" y="85"/>
                  </a:cubicBezTo>
                  <a:cubicBezTo>
                    <a:pt x="666" y="88"/>
                    <a:pt x="673" y="90"/>
                    <a:pt x="681" y="90"/>
                  </a:cubicBezTo>
                  <a:cubicBezTo>
                    <a:pt x="705" y="90"/>
                    <a:pt x="726" y="70"/>
                    <a:pt x="726" y="45"/>
                  </a:cubicBezTo>
                  <a:cubicBezTo>
                    <a:pt x="726" y="20"/>
                    <a:pt x="705" y="0"/>
                    <a:pt x="681" y="0"/>
                  </a:cubicBezTo>
                  <a:cubicBezTo>
                    <a:pt x="656" y="0"/>
                    <a:pt x="636" y="20"/>
                    <a:pt x="636" y="45"/>
                  </a:cubicBezTo>
                  <a:cubicBezTo>
                    <a:pt x="636" y="51"/>
                    <a:pt x="637" y="57"/>
                    <a:pt x="639" y="62"/>
                  </a:cubicBezTo>
                  <a:cubicBezTo>
                    <a:pt x="606" y="92"/>
                    <a:pt x="556" y="137"/>
                    <a:pt x="525" y="165"/>
                  </a:cubicBezTo>
                  <a:cubicBezTo>
                    <a:pt x="518" y="161"/>
                    <a:pt x="510" y="157"/>
                    <a:pt x="501" y="157"/>
                  </a:cubicBezTo>
                  <a:cubicBezTo>
                    <a:pt x="490" y="157"/>
                    <a:pt x="481" y="162"/>
                    <a:pt x="473" y="168"/>
                  </a:cubicBezTo>
                  <a:cubicBezTo>
                    <a:pt x="443" y="143"/>
                    <a:pt x="395" y="102"/>
                    <a:pt x="361" y="72"/>
                  </a:cubicBezTo>
                  <a:cubicBezTo>
                    <a:pt x="363" y="68"/>
                    <a:pt x="364" y="62"/>
                    <a:pt x="364" y="57"/>
                  </a:cubicBezTo>
                  <a:cubicBezTo>
                    <a:pt x="364" y="32"/>
                    <a:pt x="344" y="12"/>
                    <a:pt x="319" y="12"/>
                  </a:cubicBezTo>
                  <a:cubicBezTo>
                    <a:pt x="294" y="12"/>
                    <a:pt x="274" y="32"/>
                    <a:pt x="274" y="57"/>
                  </a:cubicBezTo>
                  <a:cubicBezTo>
                    <a:pt x="274" y="62"/>
                    <a:pt x="275" y="68"/>
                    <a:pt x="277" y="72"/>
                  </a:cubicBezTo>
                  <a:cubicBezTo>
                    <a:pt x="70" y="234"/>
                    <a:pt x="70" y="234"/>
                    <a:pt x="70" y="234"/>
                  </a:cubicBezTo>
                  <a:cubicBezTo>
                    <a:pt x="63" y="229"/>
                    <a:pt x="54" y="225"/>
                    <a:pt x="45" y="225"/>
                  </a:cubicBezTo>
                  <a:cubicBezTo>
                    <a:pt x="20" y="225"/>
                    <a:pt x="0" y="245"/>
                    <a:pt x="0" y="270"/>
                  </a:cubicBezTo>
                  <a:cubicBezTo>
                    <a:pt x="0" y="295"/>
                    <a:pt x="20" y="315"/>
                    <a:pt x="45" y="315"/>
                  </a:cubicBez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35">
              <a:extLst>
                <a:ext uri="{FF2B5EF4-FFF2-40B4-BE49-F238E27FC236}">
                  <a16:creationId xmlns:a16="http://schemas.microsoft.com/office/drawing/2014/main" id="{BD6FAA20-E93F-48D1-9F0C-202C25D6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98" y="529782"/>
              <a:ext cx="125413" cy="21098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160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2258870"/>
            <a:ext cx="7380820" cy="1446550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lang="zh-CN" altLang="en-US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谢谢指正</a:t>
            </a:r>
            <a:r>
              <a:rPr lang="en-US" altLang="zh-CN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endParaRPr kumimoji="1" lang="zh-CN" altLang="en-US" sz="7200" b="1" kern="1200" dirty="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7381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ZjhhNDEwNDk3NGY5MDkwNGU3NTZkZGZhNWZhNmZkODMifQ==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968</Words>
  <Application>Microsoft Office PowerPoint</Application>
  <PresentationFormat>寬螢幕</PresentationFormat>
  <Paragraphs>93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等线</vt:lpstr>
      <vt:lpstr>微软雅黑</vt:lpstr>
      <vt:lpstr>OPPOSans H</vt:lpstr>
      <vt:lpstr>OPPOSans M</vt:lpstr>
      <vt:lpstr>Microsoft JhengHei</vt:lpstr>
      <vt:lpstr>Arial</vt:lpstr>
      <vt:lpstr>Calibri</vt:lpstr>
      <vt:lpstr>Wingdings</vt:lpstr>
      <vt:lpstr>自訂設計</vt:lpstr>
      <vt:lpstr>1_自訂設計</vt:lpstr>
      <vt:lpstr>10_自訂設計</vt:lpstr>
      <vt:lpstr>PowerPoint 簡報</vt:lpstr>
      <vt:lpstr>引导页</vt:lpstr>
      <vt:lpstr>基本信息页</vt:lpstr>
      <vt:lpstr>考试须知页</vt:lpstr>
      <vt:lpstr>答题界面及考试过程控制</vt:lpstr>
      <vt:lpstr>成绩统计设计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Wynrick Aelthor</cp:lastModifiedBy>
  <cp:revision>3999</cp:revision>
  <cp:lastPrinted>2022-12-01T09:09:00Z</cp:lastPrinted>
  <dcterms:created xsi:type="dcterms:W3CDTF">2018-01-19T10:00:00Z</dcterms:created>
  <dcterms:modified xsi:type="dcterms:W3CDTF">2026-04-17T09:15:45Z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4C0F9DA73F7148F6AF06FE00F9CB1157_13</vt:lpwstr>
  </property>
  <property fmtid="{D5CDD505-2E9C-101B-9397-08002B2CF9AE}" pid="3" name="KSOProductBuildVer">
    <vt:lpwstr>2052-12.1.0.24034</vt:lpwstr>
  </property>
</Properties>
</file>