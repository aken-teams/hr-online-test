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7" r:id="rId2"/>
    <p:sldMasterId id="2147483661" r:id="rId3"/>
  </p:sldMasterIdLst>
  <p:notesMasterIdLst>
    <p:notesMasterId r:id="rId10"/>
  </p:notesMasterIdLst>
  <p:handoutMasterIdLst>
    <p:handoutMasterId r:id="rId11"/>
  </p:handoutMasterIdLst>
  <p:sldIdLst>
    <p:sldId id="1303" r:id="rId4"/>
    <p:sldId id="1394" r:id="rId5"/>
    <p:sldId id="1410" r:id="rId6"/>
    <p:sldId id="1407" r:id="rId7"/>
    <p:sldId id="1405" r:id="rId8"/>
    <p:sldId id="1411" r:id="rId9"/>
  </p:sldIdLst>
  <p:sldSz cx="12192000" cy="6858000"/>
  <p:notesSz cx="6807200" cy="9939338"/>
  <p:custDataLst>
    <p:tags r:id="rId12"/>
  </p:custDataLst>
  <p:defaultTextStyle>
    <a:defPPr>
      <a:defRPr lang="zh-TW"/>
    </a:defPPr>
    <a:lvl1pPr algn="l" defTabSz="913130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PMingLiU" panose="02020500000000000000" pitchFamily="18" charset="-120"/>
        <a:cs typeface="+mn-cs"/>
      </a:defRPr>
    </a:lvl1pPr>
    <a:lvl2pPr marL="455930" indent="1905" algn="l" defTabSz="913130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PMingLiU" panose="02020500000000000000" pitchFamily="18" charset="-120"/>
        <a:cs typeface="+mn-cs"/>
      </a:defRPr>
    </a:lvl2pPr>
    <a:lvl3pPr marL="913130" indent="1905" algn="l" defTabSz="913130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PMingLiU" panose="02020500000000000000" pitchFamily="18" charset="-120"/>
        <a:cs typeface="+mn-cs"/>
      </a:defRPr>
    </a:lvl3pPr>
    <a:lvl4pPr marL="1370330" indent="1905" algn="l" defTabSz="913130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PMingLiU" panose="02020500000000000000" pitchFamily="18" charset="-120"/>
        <a:cs typeface="+mn-cs"/>
      </a:defRPr>
    </a:lvl4pPr>
    <a:lvl5pPr marL="1827530" indent="1905" algn="l" defTabSz="913130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PMingLiU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PMingLiU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PMingLiU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PMingLiU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PMingLiU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67" userDrawn="1">
          <p15:clr>
            <a:srgbClr val="A4A3A4"/>
          </p15:clr>
        </p15:guide>
        <p15:guide id="2" pos="412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黃慧華" initials="黃慧華" lastIdx="2" clrIdx="0"/>
  <p:cmAuthor id="2" name="TaoYang 杨韬" initials="T杨" lastIdx="3" clrIdx="1"/>
  <p:cmAuthor id="3" name="AnnanZhao 赵安南" initials="A赵" lastIdx="1" clrIdx="2"/>
  <p:cmAuthor id="5" name="作者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00"/>
    <a:srgbClr val="E7C372"/>
    <a:srgbClr val="F67C18"/>
    <a:srgbClr val="0033CC"/>
    <a:srgbClr val="4865C8"/>
    <a:srgbClr val="D5DECB"/>
    <a:srgbClr val="4F6228"/>
    <a:srgbClr val="0C3681"/>
    <a:srgbClr val="B83A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699" autoAdjust="0"/>
    <p:restoredTop sz="94564" autoAdjust="0"/>
  </p:normalViewPr>
  <p:slideViewPr>
    <p:cSldViewPr showGuides="1">
      <p:cViewPr varScale="1">
        <p:scale>
          <a:sx n="113" d="100"/>
          <a:sy n="113" d="100"/>
        </p:scale>
        <p:origin x="126" y="96"/>
      </p:cViewPr>
      <p:guideLst>
        <p:guide orient="horz" pos="3667"/>
        <p:guide pos="412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4032"/>
    </p:cViewPr>
  </p:sorter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  <a:ea typeface="PMingLiU" charset="0"/>
                <a:cs typeface="PMingLiU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5A847D2-9079-4D58-9A94-16BD669D004F}" type="datetimeFigureOut">
              <a:rPr lang="zh-TW" altLang="en-US"/>
              <a:t>2026/10/19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  <a:ea typeface="PMingLiU" charset="0"/>
                <a:cs typeface="PMingLiU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3637B50-CDA1-4D6F-BDF5-2CD77E2F008F}" type="slidenum">
              <a:rPr lang="zh-TW" altLang="en-US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914400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0"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7E4C827A-9F58-4A1F-8B57-A5DAC56BFF47}" type="datetimeFigureOut">
              <a:rPr lang="zh-TW" altLang="en-US"/>
              <a:t>2026/10/19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914400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30B63FC-43CB-421C-97BB-D6F994B2A048}" type="slidenum">
              <a:rPr lang="zh-TW" altLang="en-US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PMingLiU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2075" y="746125"/>
            <a:ext cx="6623050" cy="3725863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zh-TW" altLang="en-US" b="1" dirty="0"/>
              <a:t>標題字型</a:t>
            </a:r>
            <a:r>
              <a:rPr lang="en-US" altLang="zh-TW" b="1" dirty="0"/>
              <a:t>Title Font</a:t>
            </a:r>
          </a:p>
          <a:p>
            <a:r>
              <a:rPr lang="en-US" altLang="zh-TW" dirty="0"/>
              <a:t>English: Arial</a:t>
            </a:r>
            <a:r>
              <a:rPr lang="zh-TW" altLang="en-US" dirty="0"/>
              <a:t> </a:t>
            </a:r>
            <a:r>
              <a:rPr lang="en-US" altLang="zh-TW" dirty="0"/>
              <a:t>/ 40</a:t>
            </a:r>
          </a:p>
          <a:p>
            <a:r>
              <a:rPr lang="zh-TW" altLang="en-US" dirty="0"/>
              <a:t>中文</a:t>
            </a:r>
            <a:r>
              <a:rPr lang="en-US" altLang="zh-TW" dirty="0"/>
              <a:t>:</a:t>
            </a:r>
            <a:r>
              <a:rPr lang="zh-TW" altLang="en-US" dirty="0"/>
              <a:t> 微軟正黑體 </a:t>
            </a:r>
            <a:r>
              <a:rPr lang="en-US" altLang="zh-TW" dirty="0"/>
              <a:t>/ 40</a:t>
            </a:r>
            <a:r>
              <a:rPr lang="zh-TW" altLang="en-US" dirty="0"/>
              <a:t> 粗體</a:t>
            </a:r>
            <a:r>
              <a:rPr lang="en-US" altLang="zh-TW" dirty="0"/>
              <a:t>(</a:t>
            </a:r>
            <a:r>
              <a:rPr lang="en-US" altLang="zh-TW" b="1" dirty="0"/>
              <a:t>B</a:t>
            </a:r>
            <a:r>
              <a:rPr lang="en-US" altLang="zh-TW" dirty="0"/>
              <a:t>)</a:t>
            </a:r>
            <a:br>
              <a:rPr lang="en-US" altLang="zh-TW" dirty="0"/>
            </a:br>
            <a:r>
              <a:rPr lang="zh-TW" altLang="en-US" dirty="0"/>
              <a:t>顏色</a:t>
            </a:r>
            <a:r>
              <a:rPr lang="en-US" altLang="zh-TW" dirty="0"/>
              <a:t>Color:</a:t>
            </a:r>
            <a:r>
              <a:rPr lang="zh-TW" altLang="en-US" dirty="0"/>
              <a:t> </a:t>
            </a:r>
            <a:r>
              <a:rPr lang="en-US" altLang="zh-TW" dirty="0"/>
              <a:t>R_0 / G_117 / B194</a:t>
            </a:r>
          </a:p>
        </p:txBody>
      </p:sp>
      <p:sp>
        <p:nvSpPr>
          <p:cNvPr id="7172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fld id="{EB71385F-26B3-4330-9A4C-C287A84D15FB}" type="slidenum">
              <a:rPr kumimoji="0" lang="zh-TW" altLang="en-US" smtClean="0">
                <a:latin typeface="Calibri" panose="020F0502020204030204" pitchFamily="34" charset="0"/>
              </a:rPr>
              <a:t>1</a:t>
            </a:fld>
            <a:endParaRPr kumimoji="0" lang="zh-TW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1E1B2-1A9C-2B3C-588A-6374ACBB6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38B0AF-65D8-72E2-DC63-08AC599BB6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F8C2C3-C12B-3FB5-F793-4457A189D77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9D7134-556E-66BB-9033-FD1C9494A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30B63FC-43CB-421C-97BB-D6F994B2A048}" type="slidenum">
              <a:rPr lang="zh-TW" altLang="en-US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925257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1E1B2-1A9C-2B3C-588A-6374ACBB6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38B0AF-65D8-72E2-DC63-08AC599BB6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F8C2C3-C12B-3FB5-F793-4457A189D77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9D7134-556E-66BB-9033-FD1C9494A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30B63FC-43CB-421C-97BB-D6F994B2A048}" type="slidenum">
              <a:rPr lang="zh-TW" altLang="en-US"/>
              <a:t>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1254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1E1B2-1A9C-2B3C-588A-6374ACBB6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38B0AF-65D8-72E2-DC63-08AC599BB6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F8C2C3-C12B-3FB5-F793-4457A189D77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9D7134-556E-66BB-9033-FD1C9494A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30B63FC-43CB-421C-97BB-D6F994B2A048}" type="slidenum">
              <a:rPr lang="zh-TW" altLang="en-US"/>
              <a:t>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945739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1E1B2-1A9C-2B3C-588A-6374ACBB6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38B0AF-65D8-72E2-DC63-08AC599BB6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F8C2C3-C12B-3FB5-F793-4457A189D77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9D7134-556E-66BB-9033-FD1C9494A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30B63FC-43CB-421C-97BB-D6F994B2A048}" type="slidenum">
              <a:rPr lang="zh-TW" altLang="en-US"/>
              <a:t>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34701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2075" y="746125"/>
            <a:ext cx="6623050" cy="3725863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zh-TW" altLang="en-US" b="1" dirty="0"/>
              <a:t>標題字型</a:t>
            </a:r>
            <a:r>
              <a:rPr lang="en-US" altLang="zh-TW" b="1" dirty="0"/>
              <a:t>Title Font</a:t>
            </a:r>
          </a:p>
          <a:p>
            <a:r>
              <a:rPr lang="en-US" altLang="zh-TW" dirty="0"/>
              <a:t>English: Arial</a:t>
            </a:r>
            <a:r>
              <a:rPr lang="zh-TW" altLang="en-US" dirty="0"/>
              <a:t> </a:t>
            </a:r>
            <a:r>
              <a:rPr lang="en-US" altLang="zh-TW" dirty="0"/>
              <a:t>/ 40</a:t>
            </a:r>
          </a:p>
          <a:p>
            <a:r>
              <a:rPr lang="zh-TW" altLang="en-US" dirty="0"/>
              <a:t>中文</a:t>
            </a:r>
            <a:r>
              <a:rPr lang="en-US" altLang="zh-TW" dirty="0"/>
              <a:t>:</a:t>
            </a:r>
            <a:r>
              <a:rPr lang="zh-TW" altLang="en-US" dirty="0"/>
              <a:t> 微軟正黑體 </a:t>
            </a:r>
            <a:r>
              <a:rPr lang="en-US" altLang="zh-TW" dirty="0"/>
              <a:t>/ 40</a:t>
            </a:r>
            <a:r>
              <a:rPr lang="zh-TW" altLang="en-US" dirty="0"/>
              <a:t> 粗體</a:t>
            </a:r>
            <a:r>
              <a:rPr lang="en-US" altLang="zh-TW" dirty="0"/>
              <a:t>(</a:t>
            </a:r>
            <a:r>
              <a:rPr lang="en-US" altLang="zh-TW" b="1" dirty="0"/>
              <a:t>B</a:t>
            </a:r>
            <a:r>
              <a:rPr lang="en-US" altLang="zh-TW" dirty="0"/>
              <a:t>)</a:t>
            </a:r>
            <a:br>
              <a:rPr lang="en-US" altLang="zh-TW" dirty="0"/>
            </a:br>
            <a:r>
              <a:rPr lang="zh-TW" altLang="en-US" dirty="0"/>
              <a:t>顏色</a:t>
            </a:r>
            <a:r>
              <a:rPr lang="en-US" altLang="zh-TW" dirty="0"/>
              <a:t>Color:</a:t>
            </a:r>
            <a:r>
              <a:rPr lang="zh-TW" altLang="en-US" dirty="0"/>
              <a:t> </a:t>
            </a:r>
            <a:r>
              <a:rPr lang="en-US" altLang="zh-TW" dirty="0"/>
              <a:t>R_0 / G_117 / B194</a:t>
            </a:r>
          </a:p>
        </p:txBody>
      </p:sp>
      <p:sp>
        <p:nvSpPr>
          <p:cNvPr id="7172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fld id="{EB71385F-26B3-4330-9A4C-C287A84D15FB}" type="slidenum">
              <a:rPr kumimoji="0" lang="zh-TW" altLang="en-US" smtClean="0">
                <a:latin typeface="Calibri" panose="020F0502020204030204" pitchFamily="34" charset="0"/>
              </a:rPr>
              <a:t>6</a:t>
            </a:fld>
            <a:endParaRPr kumimoji="0" lang="zh-TW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800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bg>
      <p:bgPr>
        <a:blipFill dpi="0" rotWithShape="0">
          <a:blip r:embed="rId2" cstate="email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/>
          <p:cNvSpPr>
            <a:spLocks noGrp="1"/>
          </p:cNvSpPr>
          <p:nvPr>
            <p:ph type="ctrTitle" hasCustomPrompt="1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 sz="5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TW" altLang="en-US"/>
              <a:t>按一下以编辑母片标题样式</a:t>
            </a:r>
          </a:p>
        </p:txBody>
      </p:sp>
      <p:sp>
        <p:nvSpPr>
          <p:cNvPr id="10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1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22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3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7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1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44510-16A5-46CD-B754-DDB2D6B78506}" type="datetime1">
              <a:rPr lang="zh-CN" altLang="en-US"/>
              <a:t>2026/10/19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33935E-115F-4E21-97FD-86B85E25FB6B}" type="slidenum">
              <a:rPr lang="zh-TW" altLang="en-US"/>
              <a:t>‹#›</a:t>
            </a:fld>
            <a:endParaRPr lang="zh-TW" altLang="en-US"/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"/>
          <p:cNvSpPr>
            <a:spLocks noChangeArrowheads="1"/>
          </p:cNvSpPr>
          <p:nvPr userDrawn="1"/>
        </p:nvSpPr>
        <p:spPr bwMode="auto">
          <a:xfrm>
            <a:off x="3989918" y="6565900"/>
            <a:ext cx="5429249" cy="2400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kumimoji="0" lang="en-US" altLang="zh-TW" sz="970" dirty="0">
                <a:latin typeface="Calibri" panose="020F0502020204030204" pitchFamily="34" charset="0"/>
              </a:rPr>
              <a:t>Copyright© 2025 PANJIT International Inc. All rights reserved.</a:t>
            </a:r>
            <a:endParaRPr kumimoji="0" lang="zh-TW" altLang="en-US" sz="970" dirty="0">
              <a:latin typeface="Calibri" panose="020F0502020204030204" pitchFamily="34" charset="0"/>
            </a:endParaRPr>
          </a:p>
        </p:txBody>
      </p:sp>
      <p:cxnSp>
        <p:nvCxnSpPr>
          <p:cNvPr id="5" name="直線接點 4"/>
          <p:cNvCxnSpPr/>
          <p:nvPr userDrawn="1"/>
        </p:nvCxnSpPr>
        <p:spPr>
          <a:xfrm>
            <a:off x="592667" y="836613"/>
            <a:ext cx="9880600" cy="0"/>
          </a:xfrm>
          <a:prstGeom prst="line">
            <a:avLst/>
          </a:prstGeom>
          <a:ln w="28575">
            <a:solidFill>
              <a:srgbClr val="007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流程圖: 人工輸入 6"/>
          <p:cNvSpPr/>
          <p:nvPr userDrawn="1"/>
        </p:nvSpPr>
        <p:spPr>
          <a:xfrm rot="16200000" flipH="1">
            <a:off x="11390842" y="6039909"/>
            <a:ext cx="323850" cy="1312333"/>
          </a:xfrm>
          <a:prstGeom prst="flowChartManualInput">
            <a:avLst/>
          </a:prstGeom>
          <a:gradFill flip="none" rotWithShape="1">
            <a:gsLst>
              <a:gs pos="0">
                <a:schemeClr val="bg1"/>
              </a:gs>
              <a:gs pos="25000">
                <a:srgbClr val="21D6E0"/>
              </a:gs>
              <a:gs pos="25000">
                <a:srgbClr val="21D6E0"/>
              </a:gs>
              <a:gs pos="12000">
                <a:schemeClr val="accent5">
                  <a:lumMod val="40000"/>
                  <a:lumOff val="60000"/>
                </a:schemeClr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  <a:tileRect/>
          </a:gradFill>
          <a:ln>
            <a:noFill/>
          </a:ln>
        </p:spPr>
        <p:txBody>
          <a:bodyPr lIns="84401" tIns="42201" rIns="84401" bIns="42201" anchor="ctr">
            <a:normAutofit/>
          </a:bodyPr>
          <a:lstStyle/>
          <a:p>
            <a:pPr>
              <a:defRPr/>
            </a:pPr>
            <a:endParaRPr lang="zh-TW" altLang="en-US" sz="4060" b="1" dirty="0">
              <a:solidFill>
                <a:schemeClr val="bg1"/>
              </a:solidFill>
              <a:latin typeface="+mj-lt"/>
              <a:ea typeface="Microsoft JhengHei" panose="020B0604030504040204" charset="-120"/>
            </a:endParaRPr>
          </a:p>
        </p:txBody>
      </p:sp>
      <p:sp>
        <p:nvSpPr>
          <p:cNvPr id="8" name="矩形 7"/>
          <p:cNvSpPr>
            <a:spLocks noChangeArrowheads="1"/>
          </p:cNvSpPr>
          <p:nvPr userDrawn="1"/>
        </p:nvSpPr>
        <p:spPr bwMode="auto">
          <a:xfrm>
            <a:off x="277284" y="6581775"/>
            <a:ext cx="1056216" cy="23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925" dirty="0"/>
              <a:t>Q3, 2025</a:t>
            </a:r>
            <a:endParaRPr lang="zh-TW" altLang="en-US" sz="925" dirty="0"/>
          </a:p>
        </p:txBody>
      </p:sp>
      <p:sp>
        <p:nvSpPr>
          <p:cNvPr id="9" name="投影片編號版面配置區 14"/>
          <p:cNvSpPr txBox="1"/>
          <p:nvPr userDrawn="1"/>
        </p:nvSpPr>
        <p:spPr bwMode="auto">
          <a:xfrm>
            <a:off x="11358034" y="6529389"/>
            <a:ext cx="57361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1" tIns="42201" rIns="84401" bIns="42201" anchor="ctr"/>
          <a:lstStyle/>
          <a:p>
            <a:pPr algn="ctr" eaLnBrk="1" hangingPunct="1">
              <a:defRPr/>
            </a:pPr>
            <a:fld id="{E73E75DD-ADB7-447E-BD90-622B5E9FE698}" type="slidenum">
              <a:rPr kumimoji="0" lang="zh-TW" altLang="en-US" sz="1110" b="1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‹#›</a:t>
            </a:fld>
            <a:endParaRPr kumimoji="0" lang="zh-TW" altLang="en-US" sz="1290" b="1">
              <a:solidFill>
                <a:schemeClr val="bg1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圖片 11"/>
          <p:cNvPicPr>
            <a:picLocks noChangeAspect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10473267" y="204789"/>
            <a:ext cx="1445684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556924" y="135015"/>
            <a:ext cx="9250259" cy="728700"/>
          </a:xfrm>
        </p:spPr>
        <p:txBody>
          <a:bodyPr/>
          <a:lstStyle>
            <a:lvl1pPr algn="l">
              <a:defRPr sz="4400" b="1">
                <a:solidFill>
                  <a:srgbClr val="0075C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TW" altLang="x-none"/>
              <a:t>按一下以编辑母片标题样式</a:t>
            </a:r>
            <a:endParaRPr lang="zh-TW" altLang="en-US" dirty="0"/>
          </a:p>
        </p:txBody>
      </p:sp>
    </p:spTree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接點 7"/>
          <p:cNvCxnSpPr/>
          <p:nvPr userDrawn="1"/>
        </p:nvCxnSpPr>
        <p:spPr>
          <a:xfrm>
            <a:off x="592667" y="836613"/>
            <a:ext cx="9880600" cy="0"/>
          </a:xfrm>
          <a:prstGeom prst="line">
            <a:avLst/>
          </a:prstGeom>
          <a:ln w="28575">
            <a:solidFill>
              <a:srgbClr val="007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流程圖: 人工輸入 8"/>
          <p:cNvSpPr/>
          <p:nvPr userDrawn="1"/>
        </p:nvSpPr>
        <p:spPr>
          <a:xfrm rot="16200000" flipH="1">
            <a:off x="11390842" y="6039909"/>
            <a:ext cx="323850" cy="1312333"/>
          </a:xfrm>
          <a:prstGeom prst="flowChartManualInput">
            <a:avLst/>
          </a:prstGeom>
          <a:gradFill flip="none" rotWithShape="1">
            <a:gsLst>
              <a:gs pos="0">
                <a:schemeClr val="bg1"/>
              </a:gs>
              <a:gs pos="25000">
                <a:srgbClr val="21D6E0"/>
              </a:gs>
              <a:gs pos="25000">
                <a:srgbClr val="21D6E0"/>
              </a:gs>
              <a:gs pos="12000">
                <a:schemeClr val="accent5">
                  <a:lumMod val="40000"/>
                  <a:lumOff val="60000"/>
                </a:schemeClr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  <a:tileRect/>
          </a:gradFill>
          <a:ln>
            <a:noFill/>
          </a:ln>
        </p:spPr>
        <p:txBody>
          <a:bodyPr lIns="84401" tIns="42201" rIns="84401" bIns="42201" anchor="ctr">
            <a:normAutofit/>
          </a:bodyPr>
          <a:lstStyle/>
          <a:p>
            <a:pPr>
              <a:defRPr/>
            </a:pPr>
            <a:endParaRPr lang="zh-TW" altLang="en-US" sz="4060" b="1" dirty="0">
              <a:solidFill>
                <a:schemeClr val="bg1"/>
              </a:solidFill>
              <a:latin typeface="+mj-lt"/>
              <a:ea typeface="Microsoft JhengHei" panose="020B0604030504040204" charset="-120"/>
            </a:endParaRPr>
          </a:p>
        </p:txBody>
      </p:sp>
      <p:sp>
        <p:nvSpPr>
          <p:cNvPr id="7" name="投影片編號版面配置區 14"/>
          <p:cNvSpPr txBox="1"/>
          <p:nvPr userDrawn="1"/>
        </p:nvSpPr>
        <p:spPr bwMode="auto">
          <a:xfrm>
            <a:off x="11358034" y="6529389"/>
            <a:ext cx="573617" cy="365125"/>
          </a:xfrm>
          <a:prstGeom prst="rect">
            <a:avLst/>
          </a:prstGeom>
          <a:noFill/>
          <a:ln>
            <a:noFill/>
          </a:ln>
        </p:spPr>
        <p:txBody>
          <a:bodyPr lIns="84401" tIns="42201" rIns="84401" bIns="42201" anchor="ctr"/>
          <a:lstStyle/>
          <a:p>
            <a:pPr algn="ctr" eaLnBrk="1" hangingPunct="1"/>
            <a:fld id="{BA039351-DDD9-47F6-B0DB-96D918534582}" type="slidenum">
              <a:rPr kumimoji="0" lang="zh-TW" altLang="en-US" sz="1100" b="1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‹#›</a:t>
            </a:fld>
            <a:endParaRPr kumimoji="0" lang="zh-TW" altLang="en-US" sz="1200" b="1">
              <a:solidFill>
                <a:schemeClr val="bg1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圖片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3267" y="204789"/>
            <a:ext cx="1445684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10"/>
          <p:cNvSpPr txBox="1">
            <a:spLocks noChangeArrowheads="1"/>
          </p:cNvSpPr>
          <p:nvPr userDrawn="1"/>
        </p:nvSpPr>
        <p:spPr bwMode="auto">
          <a:xfrm>
            <a:off x="0" y="863600"/>
            <a:ext cx="1157547" cy="355635"/>
          </a:xfrm>
          <a:prstGeom prst="rect">
            <a:avLst/>
          </a:prstGeom>
          <a:noFill/>
          <a:ln>
            <a:noFill/>
          </a:ln>
        </p:spPr>
        <p:txBody>
          <a:bodyPr wrap="none" lIns="77876" tIns="38938" rIns="77876" bIns="38938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执行概述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:</a:t>
            </a: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>
            <a:spLocks noChangeArrowheads="1"/>
          </p:cNvSpPr>
          <p:nvPr userDrawn="1"/>
        </p:nvSpPr>
        <p:spPr bwMode="auto">
          <a:xfrm>
            <a:off x="8534400" y="868363"/>
            <a:ext cx="1761067" cy="354330"/>
          </a:xfrm>
          <a:prstGeom prst="rect">
            <a:avLst/>
          </a:prstGeom>
          <a:noFill/>
          <a:ln>
            <a:noFill/>
          </a:ln>
        </p:spPr>
        <p:txBody>
          <a:bodyPr lIns="77876" tIns="38938" rIns="77876" bIns="38938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zh-CN" altLang="en-US" b="1">
                <a:solidFill>
                  <a:schemeClr val="accent1">
                    <a:lumMod val="75000"/>
                  </a:schemeClr>
                </a:solidFill>
              </a:rPr>
              <a:t>分类</a:t>
            </a:r>
            <a:r>
              <a:rPr lang="en-US" altLang="zh-CN" b="1">
                <a:solidFill>
                  <a:schemeClr val="accent1">
                    <a:lumMod val="75000"/>
                  </a:schemeClr>
                </a:solidFill>
              </a:rPr>
              <a:t>: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標題 1"/>
          <p:cNvSpPr>
            <a:spLocks noGrp="1"/>
          </p:cNvSpPr>
          <p:nvPr>
            <p:ph type="title" hasCustomPrompt="1"/>
          </p:nvPr>
        </p:nvSpPr>
        <p:spPr>
          <a:xfrm>
            <a:off x="556685" y="134938"/>
            <a:ext cx="9249833" cy="728662"/>
          </a:xfrm>
        </p:spPr>
        <p:txBody>
          <a:bodyPr/>
          <a:lstStyle>
            <a:lvl1pPr algn="l">
              <a:defRPr kumimoji="1" lang="zh-TW" altLang="en-US" sz="4400" b="1" kern="1200" dirty="0">
                <a:solidFill>
                  <a:srgbClr val="0075C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dirty="0"/>
              <a:t>制程品质问题</a:t>
            </a:r>
            <a:r>
              <a:rPr lang="en-US" altLang="zh-CN" dirty="0"/>
              <a:t> </a:t>
            </a:r>
            <a:endParaRPr lang="zh-TW" altLang="en-US" dirty="0"/>
          </a:p>
        </p:txBody>
      </p:sp>
      <p:sp>
        <p:nvSpPr>
          <p:cNvPr id="29" name="Rectangle 8"/>
          <p:cNvSpPr/>
          <p:nvPr userDrawn="1"/>
        </p:nvSpPr>
        <p:spPr>
          <a:xfrm>
            <a:off x="1" y="1214438"/>
            <a:ext cx="6000751" cy="252000"/>
          </a:xfrm>
          <a:prstGeom prst="rect">
            <a:avLst/>
          </a:prstGeom>
          <a:solidFill>
            <a:srgbClr val="0075C2"/>
          </a:solidFill>
          <a:ln>
            <a:solidFill>
              <a:srgbClr val="0075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876" tIns="38938" rIns="77876" bIns="38938" anchor="ctr"/>
          <a:lstStyle/>
          <a:p>
            <a:pPr algn="ctr" eaLnBrk="1" hangingPunct="1">
              <a:defRPr/>
            </a:pPr>
            <a:r>
              <a:rPr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问题描述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(D2) </a:t>
            </a:r>
          </a:p>
        </p:txBody>
      </p:sp>
      <p:sp>
        <p:nvSpPr>
          <p:cNvPr id="30" name="Rectangle 9"/>
          <p:cNvSpPr/>
          <p:nvPr userDrawn="1"/>
        </p:nvSpPr>
        <p:spPr>
          <a:xfrm>
            <a:off x="6191251" y="1214438"/>
            <a:ext cx="6000749" cy="252000"/>
          </a:xfrm>
          <a:prstGeom prst="rect">
            <a:avLst/>
          </a:prstGeom>
          <a:solidFill>
            <a:srgbClr val="0075C2"/>
          </a:solidFill>
          <a:ln>
            <a:solidFill>
              <a:srgbClr val="0075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876" tIns="38938" rIns="77876" bIns="38938" anchor="ctr"/>
          <a:lstStyle/>
          <a:p>
            <a:pPr algn="ctr" eaLnBrk="1" hangingPunct="1">
              <a:defRPr/>
            </a:pPr>
            <a:r>
              <a:rPr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事实和数据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 (D2/D3) </a:t>
            </a:r>
          </a:p>
        </p:txBody>
      </p:sp>
      <p:sp>
        <p:nvSpPr>
          <p:cNvPr id="31" name="Rectangle 10"/>
          <p:cNvSpPr/>
          <p:nvPr userDrawn="1"/>
        </p:nvSpPr>
        <p:spPr>
          <a:xfrm>
            <a:off x="6191251" y="3733800"/>
            <a:ext cx="6000749" cy="252000"/>
          </a:xfrm>
          <a:prstGeom prst="rect">
            <a:avLst/>
          </a:prstGeom>
          <a:solidFill>
            <a:srgbClr val="0075C2"/>
          </a:solidFill>
          <a:ln>
            <a:solidFill>
              <a:srgbClr val="0075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876" tIns="38938" rIns="77876" bIns="38938" anchor="ctr"/>
          <a:lstStyle/>
          <a:p>
            <a:pPr algn="ctr" eaLnBrk="1" hangingPunct="1">
              <a:defRPr/>
            </a:pPr>
            <a:r>
              <a:rPr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根本原因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(D4) </a:t>
            </a:r>
          </a:p>
        </p:txBody>
      </p:sp>
      <p:sp>
        <p:nvSpPr>
          <p:cNvPr id="32" name="Rectangle 11"/>
          <p:cNvSpPr/>
          <p:nvPr userDrawn="1"/>
        </p:nvSpPr>
        <p:spPr>
          <a:xfrm>
            <a:off x="1" y="3733800"/>
            <a:ext cx="6000751" cy="252000"/>
          </a:xfrm>
          <a:prstGeom prst="rect">
            <a:avLst/>
          </a:prstGeom>
          <a:solidFill>
            <a:srgbClr val="0075C2"/>
          </a:solidFill>
          <a:ln>
            <a:solidFill>
              <a:srgbClr val="0075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876" tIns="38938" rIns="77876" bIns="38938" anchor="ctr"/>
          <a:lstStyle/>
          <a:p>
            <a:pPr algn="ctr" eaLnBrk="1" hangingPunct="1">
              <a:defRPr/>
            </a:pPr>
            <a:r>
              <a:rPr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措施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 (D5, D6, D7) </a:t>
            </a:r>
          </a:p>
        </p:txBody>
      </p:sp>
      <p:sp>
        <p:nvSpPr>
          <p:cNvPr id="33" name="箭头: 右 14"/>
          <p:cNvSpPr>
            <a:spLocks noChangeArrowheads="1"/>
          </p:cNvSpPr>
          <p:nvPr userDrawn="1"/>
        </p:nvSpPr>
        <p:spPr bwMode="auto">
          <a:xfrm>
            <a:off x="5877985" y="2263831"/>
            <a:ext cx="436033" cy="73366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5C2"/>
          </a:solidFill>
          <a:ln w="12700" cap="sq" algn="ctr">
            <a:solidFill>
              <a:srgbClr val="0075C2"/>
            </a:solidFill>
            <a:round/>
          </a:ln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2847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7419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1991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6563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algn="ctr" defTabSz="914400" eaLnBrk="1" hangingPunct="1">
              <a:spcBef>
                <a:spcPct val="50000"/>
              </a:spcBef>
              <a:defRPr/>
            </a:pPr>
            <a:endParaRPr lang="zh-CN" altLang="en-US" b="1">
              <a:solidFill>
                <a:srgbClr val="FF3300"/>
              </a:solidFill>
            </a:endParaRPr>
          </a:p>
        </p:txBody>
      </p:sp>
      <p:sp>
        <p:nvSpPr>
          <p:cNvPr id="34" name="箭头: 右 15"/>
          <p:cNvSpPr>
            <a:spLocks noChangeArrowheads="1"/>
          </p:cNvSpPr>
          <p:nvPr userDrawn="1"/>
        </p:nvSpPr>
        <p:spPr bwMode="auto">
          <a:xfrm flipH="1">
            <a:off x="5877985" y="4994951"/>
            <a:ext cx="436033" cy="73366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5C2"/>
          </a:solidFill>
          <a:ln w="12700" cap="sq" algn="ctr">
            <a:solidFill>
              <a:srgbClr val="0075C2"/>
            </a:solidFill>
            <a:round/>
          </a:ln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2847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7419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1991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6563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algn="ctr" defTabSz="914400" eaLnBrk="1" hangingPunct="1">
              <a:spcBef>
                <a:spcPct val="50000"/>
              </a:spcBef>
              <a:defRPr/>
            </a:pPr>
            <a:endParaRPr lang="zh-CN" altLang="en-US" b="1">
              <a:solidFill>
                <a:srgbClr val="FF3300"/>
              </a:solidFill>
            </a:endParaRPr>
          </a:p>
        </p:txBody>
      </p:sp>
      <p:cxnSp>
        <p:nvCxnSpPr>
          <p:cNvPr id="35" name="Straight Connector 7"/>
          <p:cNvCxnSpPr/>
          <p:nvPr userDrawn="1"/>
        </p:nvCxnSpPr>
        <p:spPr>
          <a:xfrm>
            <a:off x="6096000" y="1202653"/>
            <a:ext cx="0" cy="5400000"/>
          </a:xfrm>
          <a:prstGeom prst="line">
            <a:avLst/>
          </a:prstGeom>
          <a:ln w="28575">
            <a:solidFill>
              <a:srgbClr val="0075C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>
            <a:spLocks noChangeArrowheads="1"/>
          </p:cNvSpPr>
          <p:nvPr userDrawn="1"/>
        </p:nvSpPr>
        <p:spPr bwMode="auto">
          <a:xfrm>
            <a:off x="3381377" y="6616700"/>
            <a:ext cx="5429249" cy="2400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defPPr>
              <a:defRPr lang="zh-TW"/>
            </a:defPPr>
            <a:lvl1pPr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1pPr>
            <a:lvl2pPr marL="4559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2pPr>
            <a:lvl3pPr marL="9131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3pPr>
            <a:lvl4pPr marL="13703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4pPr>
            <a:lvl5pPr marL="18275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9pPr>
          </a:lstStyle>
          <a:p>
            <a:pPr algn="ctr" eaLnBrk="1" hangingPunct="1">
              <a:defRPr/>
            </a:pPr>
            <a:r>
              <a:rPr kumimoji="0" lang="en-US" altLang="zh-TW" sz="970" dirty="0">
                <a:latin typeface="Calibri" panose="020F0502020204030204" pitchFamily="34" charset="0"/>
              </a:rPr>
              <a:t>Copyright© 202</a:t>
            </a:r>
            <a:r>
              <a:rPr kumimoji="0" lang="en-US" altLang="zh-CN" sz="970" dirty="0">
                <a:latin typeface="Calibri" panose="020F0502020204030204" pitchFamily="34" charset="0"/>
              </a:rPr>
              <a:t>5</a:t>
            </a:r>
            <a:r>
              <a:rPr kumimoji="0" lang="en-US" altLang="zh-TW" sz="970" dirty="0">
                <a:latin typeface="Calibri" panose="020F0502020204030204" pitchFamily="34" charset="0"/>
              </a:rPr>
              <a:t>PANJIT International Inc. All rights reserved.</a:t>
            </a:r>
            <a:endParaRPr kumimoji="0" lang="zh-TW" altLang="en-US" sz="970" dirty="0">
              <a:latin typeface="Calibri" panose="020F0502020204030204" pitchFamily="34" charset="0"/>
            </a:endParaRPr>
          </a:p>
        </p:txBody>
      </p:sp>
      <p:sp>
        <p:nvSpPr>
          <p:cNvPr id="3" name="矩形 9"/>
          <p:cNvSpPr/>
          <p:nvPr userDrawn="1"/>
        </p:nvSpPr>
        <p:spPr>
          <a:xfrm>
            <a:off x="277813" y="6581775"/>
            <a:ext cx="1054100" cy="245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/>
            <a:r>
              <a:rPr lang="en-US" altLang="zh-TW" sz="1000" dirty="0">
                <a:latin typeface="Arial" panose="020B0604020202020204" pitchFamily="34" charset="0"/>
              </a:rPr>
              <a:t>Q3, 2025</a:t>
            </a:r>
            <a:endParaRPr lang="zh-TW" altLang="en-US" sz="1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bg>
      <p:bgPr>
        <a:blipFill dpi="0" rotWithShape="0">
          <a:blip r:embed="rId2" cstate="email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/>
          <p:cNvSpPr>
            <a:spLocks noGrp="1"/>
          </p:cNvSpPr>
          <p:nvPr>
            <p:ph type="ctrTitle"/>
          </p:nvPr>
        </p:nvSpPr>
        <p:spPr>
          <a:xfrm>
            <a:off x="914400" y="2130431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10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1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22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3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7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1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44510-16A5-46CD-B754-DDB2D6B78506}" type="datetime1">
              <a:rPr lang="zh-CN" altLang="en-US"/>
              <a:t>2026/10/19</a:t>
            </a:fld>
            <a:endParaRPr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33935E-115F-4E21-97FD-86B85E25FB6B}" type="slidenum">
              <a:rPr lang="zh-TW" altLang="en-US"/>
              <a:t>‹#›</a:t>
            </a:fld>
            <a:endParaRPr lang="zh-TW" altLang="en-US"/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440488" y="304272"/>
            <a:ext cx="6510815" cy="253980"/>
          </a:xfr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zh-CN" altLang="en-US" dirty="0"/>
            </a:lvl1pPr>
          </a:lstStyle>
          <a:p>
            <a:pPr marL="0" lvl="0"/>
            <a:r>
              <a:rPr kumimoji="1" lang="zh-CN" altLang="en-US" dirty="0"/>
              <a:t>单击此处编辑标题样式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440488" y="581209"/>
            <a:ext cx="2786955" cy="1384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kumimoji="0" lang="zh-CN" altLang="en-US" sz="900" u="none" strike="noStrike" cap="all" spc="0" normalizeH="0">
                <a:ln>
                  <a:noFill/>
                </a:ln>
                <a:effectLst/>
                <a:uLnTx/>
                <a:uFillTx/>
                <a:latin typeface="OPPOSans M" pitchFamily="18" charset="-122"/>
                <a:ea typeface="OPPOSans M" pitchFamily="18" charset="-122"/>
                <a:cs typeface="OPPOSans M" pitchFamily="18" charset="-122"/>
              </a:defRPr>
            </a:lvl1pPr>
          </a:lstStyle>
          <a:p>
            <a:r>
              <a:rPr lang="en-US" altLang="zh-CN" dirty="0"/>
              <a:t>Current problems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46015" y="270311"/>
            <a:ext cx="1005688" cy="5232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en-US" altLang="zh-CN" sz="3400" smtClean="0">
                <a:solidFill>
                  <a:schemeClr val="bg1"/>
                </a:solidFill>
                <a:latin typeface="OPPOSans H" pitchFamily="18" charset="-122"/>
                <a:ea typeface="OPPOSans H" pitchFamily="18" charset="-122"/>
                <a:cs typeface="OPPOSans H" pitchFamily="18" charset="-122"/>
              </a:defRPr>
            </a:lvl1pPr>
          </a:lstStyle>
          <a:p>
            <a:r>
              <a:rPr lang="en-US" altLang="zh-CN"/>
              <a:t>001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"/>
          <p:cNvSpPr>
            <a:spLocks noChangeArrowheads="1"/>
          </p:cNvSpPr>
          <p:nvPr userDrawn="1"/>
        </p:nvSpPr>
        <p:spPr bwMode="auto">
          <a:xfrm>
            <a:off x="3989918" y="6565900"/>
            <a:ext cx="5429249" cy="2400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kumimoji="0" lang="en-US" altLang="zh-TW" sz="970" dirty="0">
                <a:latin typeface="Calibri" panose="020F0502020204030204" pitchFamily="34" charset="0"/>
              </a:rPr>
              <a:t>Copyright© 2025 PANJIT International Inc. All rights reserved.</a:t>
            </a:r>
            <a:endParaRPr kumimoji="0" lang="zh-TW" altLang="en-US" sz="970" dirty="0">
              <a:latin typeface="Calibri" panose="020F0502020204030204" pitchFamily="34" charset="0"/>
            </a:endParaRPr>
          </a:p>
        </p:txBody>
      </p:sp>
      <p:cxnSp>
        <p:nvCxnSpPr>
          <p:cNvPr id="5" name="直線接點 4"/>
          <p:cNvCxnSpPr/>
          <p:nvPr userDrawn="1"/>
        </p:nvCxnSpPr>
        <p:spPr>
          <a:xfrm>
            <a:off x="592667" y="836613"/>
            <a:ext cx="9880600" cy="0"/>
          </a:xfrm>
          <a:prstGeom prst="line">
            <a:avLst/>
          </a:prstGeom>
          <a:ln w="28575">
            <a:solidFill>
              <a:srgbClr val="007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流程圖: 人工輸入 6"/>
          <p:cNvSpPr/>
          <p:nvPr userDrawn="1"/>
        </p:nvSpPr>
        <p:spPr>
          <a:xfrm rot="16200000" flipH="1">
            <a:off x="11390842" y="6039909"/>
            <a:ext cx="323850" cy="1312333"/>
          </a:xfrm>
          <a:prstGeom prst="flowChartManualInput">
            <a:avLst/>
          </a:prstGeom>
          <a:gradFill flip="none" rotWithShape="1">
            <a:gsLst>
              <a:gs pos="0">
                <a:schemeClr val="bg1"/>
              </a:gs>
              <a:gs pos="25000">
                <a:srgbClr val="21D6E0"/>
              </a:gs>
              <a:gs pos="25000">
                <a:srgbClr val="21D6E0"/>
              </a:gs>
              <a:gs pos="12000">
                <a:schemeClr val="accent5">
                  <a:lumMod val="40000"/>
                  <a:lumOff val="60000"/>
                </a:schemeClr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  <a:tileRect/>
          </a:gradFill>
          <a:ln>
            <a:noFill/>
          </a:ln>
        </p:spPr>
        <p:txBody>
          <a:bodyPr lIns="84401" tIns="42201" rIns="84401" bIns="42201" anchor="ctr">
            <a:normAutofit/>
          </a:bodyPr>
          <a:lstStyle/>
          <a:p>
            <a:pPr>
              <a:defRPr/>
            </a:pPr>
            <a:endParaRPr lang="zh-TW" altLang="en-US" sz="4060" b="1" dirty="0">
              <a:solidFill>
                <a:schemeClr val="bg1"/>
              </a:solidFill>
              <a:latin typeface="+mj-lt"/>
              <a:ea typeface="Microsoft JhengHei" panose="020B0604030504040204" charset="-120"/>
            </a:endParaRPr>
          </a:p>
        </p:txBody>
      </p:sp>
      <p:sp>
        <p:nvSpPr>
          <p:cNvPr id="8" name="矩形 7"/>
          <p:cNvSpPr>
            <a:spLocks noChangeArrowheads="1"/>
          </p:cNvSpPr>
          <p:nvPr userDrawn="1"/>
        </p:nvSpPr>
        <p:spPr bwMode="auto">
          <a:xfrm>
            <a:off x="245350" y="6578917"/>
            <a:ext cx="1056216" cy="23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925" dirty="0"/>
              <a:t>Q3, 2025</a:t>
            </a:r>
            <a:endParaRPr lang="zh-TW" altLang="en-US" sz="925" dirty="0"/>
          </a:p>
        </p:txBody>
      </p:sp>
      <p:sp>
        <p:nvSpPr>
          <p:cNvPr id="9" name="投影片編號版面配置區 14"/>
          <p:cNvSpPr txBox="1"/>
          <p:nvPr userDrawn="1"/>
        </p:nvSpPr>
        <p:spPr bwMode="auto">
          <a:xfrm>
            <a:off x="11358034" y="6529389"/>
            <a:ext cx="57361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1" tIns="42201" rIns="84401" bIns="42201" anchor="ctr"/>
          <a:lstStyle/>
          <a:p>
            <a:pPr algn="ctr" eaLnBrk="1" hangingPunct="1">
              <a:defRPr/>
            </a:pPr>
            <a:fld id="{E73E75DD-ADB7-447E-BD90-622B5E9FE698}" type="slidenum">
              <a:rPr kumimoji="0" lang="zh-TW" altLang="en-US" sz="1110" b="1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‹#›</a:t>
            </a:fld>
            <a:endParaRPr kumimoji="0" lang="zh-TW" altLang="en-US" sz="1290" b="1">
              <a:solidFill>
                <a:schemeClr val="bg1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圖片 11"/>
          <p:cNvPicPr>
            <a:picLocks noChangeAspect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10473267" y="204789"/>
            <a:ext cx="1445684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6924" y="135015"/>
            <a:ext cx="9250259" cy="728700"/>
          </a:xfrm>
        </p:spPr>
        <p:txBody>
          <a:bodyPr/>
          <a:lstStyle>
            <a:lvl1pPr algn="l">
              <a:defRPr sz="3690" b="1">
                <a:solidFill>
                  <a:srgbClr val="0075C2"/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defRPr>
            </a:lvl1pPr>
          </a:lstStyle>
          <a:p>
            <a:r>
              <a:rPr lang="zh-TW" altLang="x-none" dirty="0"/>
              <a:t>按一下以編輯母片標題樣式</a:t>
            </a:r>
            <a:endParaRPr lang="zh-TW" altLang="en-US" dirty="0"/>
          </a:p>
        </p:txBody>
      </p:sp>
      <p:sp>
        <p:nvSpPr>
          <p:cNvPr id="6" name="文字版面配置區 2"/>
          <p:cNvSpPr>
            <a:spLocks noGrp="1"/>
          </p:cNvSpPr>
          <p:nvPr>
            <p:ph idx="1" hasCustomPrompt="1"/>
          </p:nvPr>
        </p:nvSpPr>
        <p:spPr bwMode="auto">
          <a:xfrm>
            <a:off x="609600" y="1043736"/>
            <a:ext cx="10972800" cy="508242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buClr>
                <a:srgbClr val="0075C2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75C2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75C2"/>
              </a:buCl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 altLang="zh-TW" noProof="0" dirty="0"/>
              <a:t> test 1</a:t>
            </a:r>
          </a:p>
          <a:p>
            <a:pPr lvl="1"/>
            <a:r>
              <a:rPr lang="en-US" altLang="zh-TW" noProof="0" dirty="0"/>
              <a:t> test 1-1</a:t>
            </a:r>
          </a:p>
          <a:p>
            <a:pPr lvl="1"/>
            <a:r>
              <a:rPr lang="en-US" altLang="zh-TW" noProof="0" dirty="0"/>
              <a:t> test 1-2</a:t>
            </a:r>
          </a:p>
          <a:p>
            <a:pPr lvl="2"/>
            <a:r>
              <a:rPr lang="en-US" altLang="zh-TW" noProof="0" dirty="0"/>
              <a:t>test 1-2-1</a:t>
            </a:r>
          </a:p>
          <a:p>
            <a:pPr lvl="0"/>
            <a:r>
              <a:rPr lang="en-US" altLang="zh-TW" noProof="0" dirty="0"/>
              <a:t>test 2</a:t>
            </a:r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10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1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EBE5DD-DDB1-4A74-8ED6-E44241CAABB9}" type="datetime1">
              <a:rPr lang="zh-TW" altLang="en-US"/>
              <a:t>2026/10/19</a:t>
            </a:fld>
            <a:endParaRPr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BCA19D-C260-487E-A251-6125422D7141}" type="slidenum">
              <a:rPr lang="zh-TW" altLang="en-US"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"/>
          <p:cNvSpPr>
            <a:spLocks noChangeArrowheads="1"/>
          </p:cNvSpPr>
          <p:nvPr userDrawn="1"/>
        </p:nvSpPr>
        <p:spPr bwMode="auto">
          <a:xfrm>
            <a:off x="3989755" y="6565900"/>
            <a:ext cx="5429739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kumimoji="0" lang="en-US" altLang="zh-TW" sz="1050" dirty="0">
                <a:latin typeface="Calibri" panose="020F0502020204030204" pitchFamily="34" charset="0"/>
              </a:rPr>
              <a:t>Copyright© 2025 PANJIT International Inc. All rights reserved.</a:t>
            </a:r>
            <a:endParaRPr kumimoji="0" lang="zh-TW" altLang="en-US" sz="1050" dirty="0">
              <a:latin typeface="Calibri" panose="020F0502020204030204" pitchFamily="34" charset="0"/>
            </a:endParaRPr>
          </a:p>
        </p:txBody>
      </p:sp>
      <p:cxnSp>
        <p:nvCxnSpPr>
          <p:cNvPr id="5" name="直線接點 4"/>
          <p:cNvCxnSpPr/>
          <p:nvPr userDrawn="1"/>
        </p:nvCxnSpPr>
        <p:spPr>
          <a:xfrm>
            <a:off x="592017" y="836613"/>
            <a:ext cx="9880599" cy="0"/>
          </a:xfrm>
          <a:prstGeom prst="line">
            <a:avLst/>
          </a:prstGeom>
          <a:ln w="28575">
            <a:solidFill>
              <a:srgbClr val="007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流程圖: 人工輸入 6"/>
          <p:cNvSpPr/>
          <p:nvPr userDrawn="1"/>
        </p:nvSpPr>
        <p:spPr>
          <a:xfrm rot="16200000" flipH="1">
            <a:off x="11391168" y="6039583"/>
            <a:ext cx="323850" cy="1312985"/>
          </a:xfrm>
          <a:prstGeom prst="flowChartManualInput">
            <a:avLst/>
          </a:prstGeom>
          <a:gradFill flip="none" rotWithShape="1">
            <a:gsLst>
              <a:gs pos="0">
                <a:schemeClr val="bg1"/>
              </a:gs>
              <a:gs pos="25000">
                <a:srgbClr val="21D6E0"/>
              </a:gs>
              <a:gs pos="25000">
                <a:srgbClr val="21D6E0"/>
              </a:gs>
              <a:gs pos="12000">
                <a:schemeClr val="accent5">
                  <a:lumMod val="40000"/>
                  <a:lumOff val="60000"/>
                </a:schemeClr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  <a:tileRect/>
          </a:gradFill>
          <a:ln>
            <a:noFill/>
          </a:ln>
        </p:spPr>
        <p:txBody>
          <a:bodyPr lIns="91434" tIns="45718" rIns="91434" bIns="45718" anchor="ctr">
            <a:normAutofit/>
          </a:bodyPr>
          <a:lstStyle/>
          <a:p>
            <a:pPr>
              <a:defRPr/>
            </a:pPr>
            <a:endParaRPr lang="zh-TW" altLang="en-US" sz="4400" b="1" dirty="0">
              <a:solidFill>
                <a:schemeClr val="bg1"/>
              </a:solidFill>
              <a:latin typeface="+mj-lt"/>
              <a:ea typeface="Microsoft JhengHei" panose="020B0604030504040204" charset="-120"/>
            </a:endParaRPr>
          </a:p>
        </p:txBody>
      </p:sp>
      <p:sp>
        <p:nvSpPr>
          <p:cNvPr id="9" name="投影片編號版面配置區 14"/>
          <p:cNvSpPr txBox="1"/>
          <p:nvPr userDrawn="1"/>
        </p:nvSpPr>
        <p:spPr bwMode="auto">
          <a:xfrm>
            <a:off x="11357709" y="6529389"/>
            <a:ext cx="574431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4" tIns="45718" rIns="91434" bIns="45718" anchor="ctr"/>
          <a:lstStyle/>
          <a:p>
            <a:pPr algn="ctr" eaLnBrk="1" hangingPunct="1"/>
            <a:fld id="{B52E2702-FC0E-4BBB-8230-F6AE1C7664D9}" type="slidenum">
              <a:rPr kumimoji="0" lang="zh-TW" altLang="en-US" sz="1200" b="1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‹#›</a:t>
            </a:fld>
            <a:endParaRPr kumimoji="0" lang="zh-TW" altLang="en-US" sz="1400" b="1" dirty="0">
              <a:solidFill>
                <a:schemeClr val="bg1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圖片 1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472615" y="204789"/>
            <a:ext cx="1445846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6924" y="98630"/>
            <a:ext cx="9250258" cy="728700"/>
          </a:xfrm>
        </p:spPr>
        <p:txBody>
          <a:bodyPr/>
          <a:lstStyle>
            <a:lvl1pPr algn="l">
              <a:defRPr sz="3600" b="1">
                <a:solidFill>
                  <a:srgbClr val="0075C2"/>
                </a:solidFill>
                <a:latin typeface="Arial" panose="020B0604020202020204" pitchFamily="34" charset="0"/>
                <a:ea typeface="Microsoft JhengHei" panose="020B0604030504040204" charset="-120"/>
                <a:cs typeface="Arial" panose="020B0604020202020204" pitchFamily="34" charset="0"/>
              </a:defRPr>
            </a:lvl1pPr>
          </a:lstStyle>
          <a:p>
            <a:r>
              <a:rPr lang="zh-TW" altLang="x-none" dirty="0"/>
              <a:t>按一下以編輯母片標題樣式</a:t>
            </a:r>
            <a:endParaRPr lang="zh-TW" altLang="en-US" dirty="0"/>
          </a:p>
        </p:txBody>
      </p:sp>
      <p:sp>
        <p:nvSpPr>
          <p:cNvPr id="6" name="文字版面配置區 2"/>
          <p:cNvSpPr>
            <a:spLocks noGrp="1"/>
          </p:cNvSpPr>
          <p:nvPr>
            <p:ph idx="1" hasCustomPrompt="1"/>
          </p:nvPr>
        </p:nvSpPr>
        <p:spPr bwMode="auto">
          <a:xfrm>
            <a:off x="609600" y="1043736"/>
            <a:ext cx="10972800" cy="508242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buClr>
                <a:srgbClr val="0075C2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75C2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75C2"/>
              </a:buCl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 altLang="zh-TW" noProof="0" dirty="0"/>
              <a:t> test 1</a:t>
            </a:r>
          </a:p>
          <a:p>
            <a:pPr lvl="1"/>
            <a:r>
              <a:rPr lang="en-US" altLang="zh-TW" noProof="0" dirty="0"/>
              <a:t> test 1-1</a:t>
            </a:r>
          </a:p>
          <a:p>
            <a:pPr lvl="1"/>
            <a:r>
              <a:rPr lang="en-US" altLang="zh-TW" noProof="0" dirty="0"/>
              <a:t> test 1-2</a:t>
            </a:r>
          </a:p>
          <a:p>
            <a:pPr lvl="2"/>
            <a:r>
              <a:rPr lang="en-US" altLang="zh-TW" noProof="0" dirty="0"/>
              <a:t>test 1-2-1</a:t>
            </a:r>
          </a:p>
          <a:p>
            <a:pPr lvl="0"/>
            <a:r>
              <a:rPr lang="en-US" altLang="zh-TW" noProof="0" dirty="0"/>
              <a:t>test 2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79125A-7EAD-4E50-98E0-C3DEF1614F39}" type="datetime1">
              <a:rPr lang="zh-TW" altLang="en-US"/>
              <a:t>2026/10/19</a:t>
            </a:fld>
            <a:endParaRPr lang="zh-TW" altLang="en-US" dirty="0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B9E937-D25E-43A0-B5E3-3F86DF9975B3}" type="slidenum">
              <a:rPr lang="zh-TW" altLang="en-US"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bg>
      <p:bgPr>
        <a:blipFill dpi="0" rotWithShape="0">
          <a:blip r:embed="rId2" cstate="email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/>
          <p:cNvSpPr>
            <a:spLocks noGrp="1"/>
          </p:cNvSpPr>
          <p:nvPr>
            <p:ph type="ctrTitle" hasCustomPrompt="1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 sz="5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TW" altLang="en-US"/>
              <a:t>按一下以编辑母片标题样式</a:t>
            </a:r>
          </a:p>
        </p:txBody>
      </p:sp>
      <p:sp>
        <p:nvSpPr>
          <p:cNvPr id="10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1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22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3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7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1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244510-16A5-46CD-B754-DDB2D6B78506}" type="datetime1">
              <a:rPr kumimoji="0" lang="zh-CN" altLang="en-US" sz="111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2026/10/19</a:t>
            </a:fld>
            <a:endParaRPr kumimoji="0" lang="zh-TW" altLang="en-US" sz="111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8439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11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D33935E-115F-4E21-97FD-86B85E25FB6B}" type="slidenum">
              <a:rPr kumimoji="0" lang="zh-TW" altLang="en-US" sz="111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PMingLiU" panose="02020500000000000000" pitchFamily="18" charset="-120"/>
                <a:cs typeface="+mn-cs"/>
              </a:rPr>
              <a:t>‹#›</a:t>
            </a:fld>
            <a:endParaRPr kumimoji="0" lang="zh-TW" altLang="en-US" sz="111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PMingLiU" panose="02020500000000000000" pitchFamily="18" charset="-120"/>
              <a:cs typeface="+mn-cs"/>
            </a:endParaRPr>
          </a:p>
        </p:txBody>
      </p:sp>
    </p:spTree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"/>
          <p:cNvSpPr>
            <a:spLocks noChangeArrowheads="1"/>
          </p:cNvSpPr>
          <p:nvPr userDrawn="1"/>
        </p:nvSpPr>
        <p:spPr bwMode="auto">
          <a:xfrm>
            <a:off x="3989918" y="6565900"/>
            <a:ext cx="5429249" cy="2400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marL="0" marR="0" lvl="0" indent="0" algn="l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TW" sz="97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PMingLiU" panose="02020500000000000000" pitchFamily="18" charset="-120"/>
                <a:cs typeface="+mn-cs"/>
              </a:rPr>
              <a:t>Copyright© 2025 PANJIT International Inc. All rights reserved.</a:t>
            </a:r>
            <a:endParaRPr kumimoji="0" lang="zh-TW" altLang="en-US" sz="9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5" name="直線接點 4"/>
          <p:cNvCxnSpPr/>
          <p:nvPr userDrawn="1"/>
        </p:nvCxnSpPr>
        <p:spPr>
          <a:xfrm>
            <a:off x="592667" y="836613"/>
            <a:ext cx="9880600" cy="0"/>
          </a:xfrm>
          <a:prstGeom prst="line">
            <a:avLst/>
          </a:prstGeom>
          <a:ln w="28575">
            <a:solidFill>
              <a:srgbClr val="007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流程圖: 人工輸入 6"/>
          <p:cNvSpPr/>
          <p:nvPr userDrawn="1"/>
        </p:nvSpPr>
        <p:spPr>
          <a:xfrm rot="16200000" flipH="1">
            <a:off x="11390842" y="6039909"/>
            <a:ext cx="323850" cy="1312333"/>
          </a:xfrm>
          <a:prstGeom prst="flowChartManualInput">
            <a:avLst/>
          </a:prstGeom>
          <a:gradFill flip="none" rotWithShape="1">
            <a:gsLst>
              <a:gs pos="0">
                <a:schemeClr val="bg1"/>
              </a:gs>
              <a:gs pos="25000">
                <a:srgbClr val="21D6E0"/>
              </a:gs>
              <a:gs pos="25000">
                <a:srgbClr val="21D6E0"/>
              </a:gs>
              <a:gs pos="12000">
                <a:schemeClr val="accent5">
                  <a:lumMod val="40000"/>
                  <a:lumOff val="60000"/>
                </a:schemeClr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  <a:tileRect/>
          </a:gradFill>
          <a:ln>
            <a:noFill/>
          </a:ln>
        </p:spPr>
        <p:txBody>
          <a:bodyPr lIns="84401" tIns="42201" rIns="84401" bIns="42201" anchor="ctr">
            <a:normAutofit/>
          </a:bodyPr>
          <a:lstStyle/>
          <a:p>
            <a:pPr marL="0" marR="0" lvl="0" indent="0" algn="l" defTabSz="9131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406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icrosoft JhengHei" panose="020B0604030504040204" charset="-120"/>
              <a:cs typeface="+mn-cs"/>
            </a:endParaRPr>
          </a:p>
        </p:txBody>
      </p:sp>
      <p:sp>
        <p:nvSpPr>
          <p:cNvPr id="8" name="矩形 7"/>
          <p:cNvSpPr>
            <a:spLocks noChangeArrowheads="1"/>
          </p:cNvSpPr>
          <p:nvPr userDrawn="1"/>
        </p:nvSpPr>
        <p:spPr bwMode="auto">
          <a:xfrm>
            <a:off x="277284" y="6581775"/>
            <a:ext cx="1056216" cy="23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31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9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PMingLiU" panose="02020500000000000000" pitchFamily="18" charset="-120"/>
                <a:cs typeface="+mn-cs"/>
              </a:rPr>
              <a:t>Q3, 2025</a:t>
            </a:r>
            <a:endParaRPr kumimoji="1" lang="zh-TW" altLang="en-US" sz="9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9" name="投影片編號版面配置區 14"/>
          <p:cNvSpPr txBox="1"/>
          <p:nvPr userDrawn="1"/>
        </p:nvSpPr>
        <p:spPr bwMode="auto">
          <a:xfrm>
            <a:off x="11358034" y="6529389"/>
            <a:ext cx="57361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1" tIns="42201" rIns="84401" bIns="42201" anchor="ctr"/>
          <a:lstStyle/>
          <a:p>
            <a:pPr marL="0" marR="0" lvl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73E75DD-ADB7-447E-BD90-622B5E9FE698}" type="slidenum">
              <a:rPr kumimoji="0" lang="zh-TW" altLang="en-US" sz="111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‹#›</a:t>
            </a:fld>
            <a:endParaRPr kumimoji="0" lang="zh-TW" altLang="en-US" sz="129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</p:txBody>
      </p:sp>
      <p:pic>
        <p:nvPicPr>
          <p:cNvPr id="10" name="圖片 11"/>
          <p:cNvPicPr>
            <a:picLocks noChangeAspect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10473267" y="204789"/>
            <a:ext cx="1445684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556924" y="135015"/>
            <a:ext cx="9250259" cy="728700"/>
          </a:xfrm>
        </p:spPr>
        <p:txBody>
          <a:bodyPr/>
          <a:lstStyle>
            <a:lvl1pPr algn="l">
              <a:defRPr sz="4400" b="1">
                <a:solidFill>
                  <a:srgbClr val="0075C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TW" altLang="x-none"/>
              <a:t>按一下以编辑母片标题样式</a:t>
            </a:r>
            <a:endParaRPr lang="zh-TW" altLang="en-US" dirty="0"/>
          </a:p>
        </p:txBody>
      </p:sp>
    </p:spTree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接點 7"/>
          <p:cNvCxnSpPr/>
          <p:nvPr userDrawn="1"/>
        </p:nvCxnSpPr>
        <p:spPr>
          <a:xfrm>
            <a:off x="592667" y="836613"/>
            <a:ext cx="9880600" cy="0"/>
          </a:xfrm>
          <a:prstGeom prst="line">
            <a:avLst/>
          </a:prstGeom>
          <a:ln w="28575">
            <a:solidFill>
              <a:srgbClr val="007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流程圖: 人工輸入 8"/>
          <p:cNvSpPr/>
          <p:nvPr userDrawn="1"/>
        </p:nvSpPr>
        <p:spPr>
          <a:xfrm rot="16200000" flipH="1">
            <a:off x="11390842" y="6039909"/>
            <a:ext cx="323850" cy="1312333"/>
          </a:xfrm>
          <a:prstGeom prst="flowChartManualInput">
            <a:avLst/>
          </a:prstGeom>
          <a:gradFill flip="none" rotWithShape="1">
            <a:gsLst>
              <a:gs pos="0">
                <a:schemeClr val="bg1"/>
              </a:gs>
              <a:gs pos="25000">
                <a:srgbClr val="21D6E0"/>
              </a:gs>
              <a:gs pos="25000">
                <a:srgbClr val="21D6E0"/>
              </a:gs>
              <a:gs pos="12000">
                <a:schemeClr val="accent5">
                  <a:lumMod val="40000"/>
                  <a:lumOff val="60000"/>
                </a:schemeClr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  <a:tileRect/>
          </a:gradFill>
          <a:ln>
            <a:noFill/>
          </a:ln>
        </p:spPr>
        <p:txBody>
          <a:bodyPr lIns="84401" tIns="42201" rIns="84401" bIns="42201" anchor="ctr">
            <a:normAutofit/>
          </a:bodyPr>
          <a:lstStyle/>
          <a:p>
            <a:pPr marL="0" marR="0" lvl="0" indent="0" algn="l" defTabSz="9131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406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icrosoft JhengHei" panose="020B0604030504040204" charset="-120"/>
              <a:cs typeface="+mn-cs"/>
            </a:endParaRPr>
          </a:p>
        </p:txBody>
      </p:sp>
      <p:sp>
        <p:nvSpPr>
          <p:cNvPr id="7" name="投影片編號版面配置區 14"/>
          <p:cNvSpPr txBox="1"/>
          <p:nvPr userDrawn="1"/>
        </p:nvSpPr>
        <p:spPr bwMode="auto">
          <a:xfrm>
            <a:off x="11358034" y="6529389"/>
            <a:ext cx="573617" cy="365125"/>
          </a:xfrm>
          <a:prstGeom prst="rect">
            <a:avLst/>
          </a:prstGeom>
          <a:noFill/>
          <a:ln>
            <a:noFill/>
          </a:ln>
        </p:spPr>
        <p:txBody>
          <a:bodyPr lIns="84401" tIns="42201" rIns="84401" bIns="42201" anchor="ctr"/>
          <a:lstStyle/>
          <a:p>
            <a:pPr marL="0" marR="0" lvl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A039351-DDD9-47F6-B0DB-96D918534582}" type="slidenum">
              <a:rPr kumimoji="0" lang="zh-TW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‹#›</a:t>
            </a:fld>
            <a:endParaRPr kumimoji="0" lang="zh-TW" alt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</p:txBody>
      </p:sp>
      <p:pic>
        <p:nvPicPr>
          <p:cNvPr id="8" name="圖片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3267" y="204789"/>
            <a:ext cx="1445684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10"/>
          <p:cNvSpPr txBox="1">
            <a:spLocks noChangeArrowheads="1"/>
          </p:cNvSpPr>
          <p:nvPr userDrawn="1"/>
        </p:nvSpPr>
        <p:spPr bwMode="auto">
          <a:xfrm>
            <a:off x="0" y="863600"/>
            <a:ext cx="1157547" cy="355635"/>
          </a:xfrm>
          <a:prstGeom prst="rect">
            <a:avLst/>
          </a:prstGeom>
          <a:noFill/>
          <a:ln>
            <a:noFill/>
          </a:ln>
        </p:spPr>
        <p:txBody>
          <a:bodyPr wrap="none" lIns="77876" tIns="38938" rIns="77876" bIns="38938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marL="0" marR="0" lvl="0" indent="0" algn="l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+mn-cs"/>
              </a:rPr>
              <a:t>执行概述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PMingLiU" panose="02020500000000000000" pitchFamily="18" charset="-120"/>
                <a:cs typeface="+mn-cs"/>
              </a:rPr>
              <a:t>: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8" name="TextBox 5"/>
          <p:cNvSpPr txBox="1">
            <a:spLocks noChangeArrowheads="1"/>
          </p:cNvSpPr>
          <p:nvPr userDrawn="1"/>
        </p:nvSpPr>
        <p:spPr bwMode="auto">
          <a:xfrm>
            <a:off x="8534400" y="868363"/>
            <a:ext cx="1761067" cy="354330"/>
          </a:xfrm>
          <a:prstGeom prst="rect">
            <a:avLst/>
          </a:prstGeom>
          <a:noFill/>
          <a:ln>
            <a:noFill/>
          </a:ln>
        </p:spPr>
        <p:txBody>
          <a:bodyPr lIns="77876" tIns="38938" rIns="77876" bIns="38938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marL="0" marR="0" lvl="0" indent="0" algn="l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+mn-cs"/>
              </a:rPr>
              <a:t>分类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PMingLiU" panose="02020500000000000000" pitchFamily="18" charset="-120"/>
                <a:cs typeface="+mn-cs"/>
              </a:rPr>
              <a:t>:</a:t>
            </a:r>
            <a:endParaRPr kumimoji="1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2" name="標題 1"/>
          <p:cNvSpPr>
            <a:spLocks noGrp="1"/>
          </p:cNvSpPr>
          <p:nvPr>
            <p:ph type="title" hasCustomPrompt="1"/>
          </p:nvPr>
        </p:nvSpPr>
        <p:spPr>
          <a:xfrm>
            <a:off x="556685" y="134938"/>
            <a:ext cx="9249833" cy="728662"/>
          </a:xfrm>
        </p:spPr>
        <p:txBody>
          <a:bodyPr/>
          <a:lstStyle>
            <a:lvl1pPr algn="l">
              <a:defRPr kumimoji="1" lang="zh-TW" altLang="en-US" sz="4400" b="1" kern="1200" dirty="0">
                <a:solidFill>
                  <a:srgbClr val="0075C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dirty="0"/>
              <a:t>制程品质问题</a:t>
            </a:r>
            <a:r>
              <a:rPr lang="en-US" altLang="zh-CN" dirty="0"/>
              <a:t> </a:t>
            </a:r>
            <a:endParaRPr lang="zh-TW" altLang="en-US" dirty="0"/>
          </a:p>
        </p:txBody>
      </p:sp>
      <p:sp>
        <p:nvSpPr>
          <p:cNvPr id="29" name="Rectangle 8"/>
          <p:cNvSpPr/>
          <p:nvPr userDrawn="1"/>
        </p:nvSpPr>
        <p:spPr>
          <a:xfrm>
            <a:off x="1" y="1214438"/>
            <a:ext cx="6000751" cy="252000"/>
          </a:xfrm>
          <a:prstGeom prst="rect">
            <a:avLst/>
          </a:prstGeom>
          <a:solidFill>
            <a:srgbClr val="0075C2"/>
          </a:solidFill>
          <a:ln>
            <a:solidFill>
              <a:srgbClr val="0075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876" tIns="38938" rIns="77876" bIns="38938" anchor="ctr"/>
          <a:lstStyle/>
          <a:p>
            <a:pPr marL="0" marR="0" lvl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问题描述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(D2) </a:t>
            </a:r>
          </a:p>
        </p:txBody>
      </p:sp>
      <p:sp>
        <p:nvSpPr>
          <p:cNvPr id="30" name="Rectangle 9"/>
          <p:cNvSpPr/>
          <p:nvPr userDrawn="1"/>
        </p:nvSpPr>
        <p:spPr>
          <a:xfrm>
            <a:off x="6191251" y="1214438"/>
            <a:ext cx="6000749" cy="252000"/>
          </a:xfrm>
          <a:prstGeom prst="rect">
            <a:avLst/>
          </a:prstGeom>
          <a:solidFill>
            <a:srgbClr val="0075C2"/>
          </a:solidFill>
          <a:ln>
            <a:solidFill>
              <a:srgbClr val="0075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876" tIns="38938" rIns="77876" bIns="38938" anchor="ctr"/>
          <a:lstStyle/>
          <a:p>
            <a:pPr marL="0" marR="0" lvl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事实和数据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(D2/D3) </a:t>
            </a:r>
          </a:p>
        </p:txBody>
      </p:sp>
      <p:sp>
        <p:nvSpPr>
          <p:cNvPr id="31" name="Rectangle 10"/>
          <p:cNvSpPr/>
          <p:nvPr userDrawn="1"/>
        </p:nvSpPr>
        <p:spPr>
          <a:xfrm>
            <a:off x="6191251" y="3733800"/>
            <a:ext cx="6000749" cy="252000"/>
          </a:xfrm>
          <a:prstGeom prst="rect">
            <a:avLst/>
          </a:prstGeom>
          <a:solidFill>
            <a:srgbClr val="0075C2"/>
          </a:solidFill>
          <a:ln>
            <a:solidFill>
              <a:srgbClr val="0075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876" tIns="38938" rIns="77876" bIns="38938" anchor="ctr"/>
          <a:lstStyle/>
          <a:p>
            <a:pPr marL="0" marR="0" lvl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根本原因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(D4) </a:t>
            </a:r>
          </a:p>
        </p:txBody>
      </p:sp>
      <p:sp>
        <p:nvSpPr>
          <p:cNvPr id="32" name="Rectangle 11"/>
          <p:cNvSpPr/>
          <p:nvPr userDrawn="1"/>
        </p:nvSpPr>
        <p:spPr>
          <a:xfrm>
            <a:off x="1" y="3733800"/>
            <a:ext cx="6000751" cy="252000"/>
          </a:xfrm>
          <a:prstGeom prst="rect">
            <a:avLst/>
          </a:prstGeom>
          <a:solidFill>
            <a:srgbClr val="0075C2"/>
          </a:solidFill>
          <a:ln>
            <a:solidFill>
              <a:srgbClr val="0075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876" tIns="38938" rIns="77876" bIns="38938" anchor="ctr"/>
          <a:lstStyle/>
          <a:p>
            <a:pPr marL="0" marR="0" lvl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措施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(D5, D6, D7) </a:t>
            </a:r>
          </a:p>
        </p:txBody>
      </p:sp>
      <p:sp>
        <p:nvSpPr>
          <p:cNvPr id="33" name="箭头: 右 14"/>
          <p:cNvSpPr>
            <a:spLocks noChangeArrowheads="1"/>
          </p:cNvSpPr>
          <p:nvPr userDrawn="1"/>
        </p:nvSpPr>
        <p:spPr bwMode="auto">
          <a:xfrm>
            <a:off x="5877985" y="2263831"/>
            <a:ext cx="436033" cy="73366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5C2"/>
          </a:solidFill>
          <a:ln w="12700" cap="sq" algn="ctr">
            <a:solidFill>
              <a:srgbClr val="0075C2"/>
            </a:solidFill>
            <a:round/>
          </a:ln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2847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7419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1991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6563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Arial" panose="020B0604020202020204" pitchFamily="34" charset="0"/>
              <a:cs typeface="+mn-cs"/>
            </a:endParaRPr>
          </a:p>
        </p:txBody>
      </p:sp>
      <p:sp>
        <p:nvSpPr>
          <p:cNvPr id="34" name="箭头: 右 15"/>
          <p:cNvSpPr>
            <a:spLocks noChangeArrowheads="1"/>
          </p:cNvSpPr>
          <p:nvPr userDrawn="1"/>
        </p:nvSpPr>
        <p:spPr bwMode="auto">
          <a:xfrm flipH="1">
            <a:off x="5877985" y="4994951"/>
            <a:ext cx="436033" cy="73366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5C2"/>
          </a:solidFill>
          <a:ln w="12700" cap="sq" algn="ctr">
            <a:solidFill>
              <a:srgbClr val="0075C2"/>
            </a:solidFill>
            <a:round/>
          </a:ln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  <a:lvl2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2pPr>
            <a:lvl3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3pPr>
            <a:lvl4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4pPr>
            <a:lvl5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5pPr>
            <a:lvl6pPr marL="22847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6pPr>
            <a:lvl7pPr marL="27419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7pPr>
            <a:lvl8pPr marL="31991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8pPr>
            <a:lvl9pPr marL="36563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Arial" panose="020B0604020202020204" pitchFamily="34" charset="0"/>
              <a:cs typeface="+mn-cs"/>
            </a:endParaRPr>
          </a:p>
        </p:txBody>
      </p:sp>
      <p:cxnSp>
        <p:nvCxnSpPr>
          <p:cNvPr id="35" name="Straight Connector 7"/>
          <p:cNvCxnSpPr/>
          <p:nvPr userDrawn="1"/>
        </p:nvCxnSpPr>
        <p:spPr>
          <a:xfrm>
            <a:off x="6096000" y="1202653"/>
            <a:ext cx="0" cy="5400000"/>
          </a:xfrm>
          <a:prstGeom prst="line">
            <a:avLst/>
          </a:prstGeom>
          <a:ln w="28575">
            <a:solidFill>
              <a:srgbClr val="0075C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>
            <a:spLocks noChangeArrowheads="1"/>
          </p:cNvSpPr>
          <p:nvPr userDrawn="1"/>
        </p:nvSpPr>
        <p:spPr bwMode="auto">
          <a:xfrm>
            <a:off x="3381377" y="6616700"/>
            <a:ext cx="5429249" cy="2400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defPPr>
              <a:defRPr lang="zh-TW"/>
            </a:defPPr>
            <a:lvl1pPr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1pPr>
            <a:lvl2pPr marL="4559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2pPr>
            <a:lvl3pPr marL="9131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3pPr>
            <a:lvl4pPr marL="13703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4pPr>
            <a:lvl5pPr marL="18275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pitchFamily="18" charset="-120"/>
                <a:cs typeface="+mn-cs"/>
              </a:defRPr>
            </a:lvl9pPr>
          </a:lstStyle>
          <a:p>
            <a:pPr marL="0" marR="0" lvl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TW" sz="97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PMingLiU" panose="02020500000000000000" pitchFamily="18" charset="-120"/>
                <a:cs typeface="+mn-cs"/>
              </a:rPr>
              <a:t>Copyright© 202</a:t>
            </a:r>
            <a:r>
              <a:rPr kumimoji="0" lang="en-US" altLang="zh-CN" sz="97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PMingLiU" panose="02020500000000000000" pitchFamily="18" charset="-120"/>
                <a:cs typeface="+mn-cs"/>
              </a:rPr>
              <a:t>5</a:t>
            </a:r>
            <a:r>
              <a:rPr kumimoji="0" lang="en-US" altLang="zh-TW" sz="97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PMingLiU" panose="02020500000000000000" pitchFamily="18" charset="-120"/>
                <a:cs typeface="+mn-cs"/>
              </a:rPr>
              <a:t>PANJIT International Inc. All rights reserved.</a:t>
            </a:r>
            <a:endParaRPr kumimoji="0" lang="zh-TW" altLang="en-US" sz="9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3" name="矩形 9"/>
          <p:cNvSpPr/>
          <p:nvPr userDrawn="1"/>
        </p:nvSpPr>
        <p:spPr>
          <a:xfrm>
            <a:off x="277813" y="6581775"/>
            <a:ext cx="1054100" cy="245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31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PMingLiU" panose="02020500000000000000" pitchFamily="18" charset="-120"/>
                <a:cs typeface="+mn-cs"/>
              </a:rPr>
              <a:t>Q3, 2025</a:t>
            </a:r>
            <a:endParaRPr kumimoji="1" lang="zh-TW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PMingLiU" panose="02020500000000000000" pitchFamily="18" charset="-120"/>
              <a:cs typeface="+mn-cs"/>
            </a:endParaRPr>
          </a:p>
        </p:txBody>
      </p:sp>
    </p:spTree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1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1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22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3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7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1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B92BC03-1243-459F-885E-9E96BAB76430}" type="datetime1">
              <a:rPr kumimoji="0" lang="zh-CN" altLang="en-US" sz="111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2026/10/19</a:t>
            </a:fld>
            <a:endParaRPr kumimoji="0" lang="zh-TW" altLang="en-US" sz="111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8439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11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0B33791-390B-496C-A563-44AFC9C2FE0A}" type="slidenum">
              <a:rPr kumimoji="0" lang="zh-TW" altLang="en-US" sz="111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PMingLiU" panose="02020500000000000000" pitchFamily="18" charset="-120"/>
                <a:cs typeface="+mn-cs"/>
              </a:rPr>
              <a:t>‹#›</a:t>
            </a:fld>
            <a:endParaRPr kumimoji="0" lang="zh-TW" altLang="en-US" sz="111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PMingLiU" panose="02020500000000000000" pitchFamily="18" charset="-120"/>
              <a:cs typeface="+mn-cs"/>
            </a:endParaRPr>
          </a:p>
        </p:txBody>
      </p:sp>
    </p:spTree>
  </p:cSld>
  <p:clrMapOvr>
    <a:masterClrMapping/>
  </p:clrMapOvr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bg>
      <p:bgPr>
        <a:blipFill dpi="0" rotWithShape="0">
          <a:blip r:embed="rId2" cstate="email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/>
          <p:cNvSpPr>
            <a:spLocks noGrp="1"/>
          </p:cNvSpPr>
          <p:nvPr>
            <p:ph type="ctrTitle"/>
          </p:nvPr>
        </p:nvSpPr>
        <p:spPr>
          <a:xfrm>
            <a:off x="914400" y="2130431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10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1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22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3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7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1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244510-16A5-46CD-B754-DDB2D6B78506}" type="datetime1">
              <a:rPr kumimoji="0" lang="zh-CN" altLang="en-US" sz="111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2026/10/19</a:t>
            </a:fld>
            <a:endParaRPr kumimoji="0" lang="zh-TW" altLang="en-US" sz="111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8439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11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D33935E-115F-4E21-97FD-86B85E25FB6B}" type="slidenum">
              <a:rPr kumimoji="0" lang="zh-TW" altLang="en-US" sz="111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PMingLiU" panose="02020500000000000000" pitchFamily="18" charset="-120"/>
                <a:cs typeface="+mn-cs"/>
              </a:rPr>
              <a:t>‹#›</a:t>
            </a:fld>
            <a:endParaRPr kumimoji="0" lang="zh-TW" altLang="en-US" sz="111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PMingLiU" panose="02020500000000000000" pitchFamily="18" charset="-120"/>
              <a:cs typeface="+mn-cs"/>
            </a:endParaRPr>
          </a:p>
        </p:txBody>
      </p:sp>
    </p:spTree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440488" y="304272"/>
            <a:ext cx="6510815" cy="253980"/>
          </a:xfr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zh-CN" altLang="en-US" dirty="0"/>
            </a:lvl1pPr>
          </a:lstStyle>
          <a:p>
            <a:pPr marL="0" lvl="0"/>
            <a:r>
              <a:rPr kumimoji="1" lang="zh-CN" altLang="en-US" dirty="0"/>
              <a:t>单击此处编辑标题样式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440488" y="581209"/>
            <a:ext cx="2786955" cy="1384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kumimoji="0" lang="zh-CN" altLang="en-US" sz="900" u="none" strike="noStrike" cap="all" spc="0" normalizeH="0">
                <a:ln>
                  <a:noFill/>
                </a:ln>
                <a:effectLst/>
                <a:uLnTx/>
                <a:uFillTx/>
                <a:latin typeface="OPPOSans M" pitchFamily="18" charset="-122"/>
                <a:ea typeface="OPPOSans M" pitchFamily="18" charset="-122"/>
                <a:cs typeface="OPPOSans M" pitchFamily="18" charset="-122"/>
              </a:defRPr>
            </a:lvl1pPr>
          </a:lstStyle>
          <a:p>
            <a:r>
              <a:rPr lang="en-US" altLang="zh-CN" dirty="0"/>
              <a:t>Current problems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46015" y="270311"/>
            <a:ext cx="1005688" cy="5232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en-US" altLang="zh-CN" sz="3400" smtClean="0">
                <a:solidFill>
                  <a:schemeClr val="bg1"/>
                </a:solidFill>
                <a:latin typeface="OPPOSans H" pitchFamily="18" charset="-122"/>
                <a:ea typeface="OPPOSans H" pitchFamily="18" charset="-122"/>
                <a:cs typeface="OPPOSans H" pitchFamily="18" charset="-122"/>
              </a:defRPr>
            </a:lvl1pPr>
          </a:lstStyle>
          <a:p>
            <a:pPr marL="0" marR="0" lvl="0" indent="0" algn="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OPPOSans H" pitchFamily="18" charset="-122"/>
              </a:rPr>
              <a:t>001</a:t>
            </a:r>
            <a:endParaRPr kumimoji="0" lang="zh-CN" altLang="en-US" sz="3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OPPOSans H" pitchFamily="18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TW"/>
              <a:t> test 1</a:t>
            </a:r>
          </a:p>
          <a:p>
            <a:pPr lvl="1"/>
            <a:r>
              <a:rPr lang="en-US" altLang="zh-TW"/>
              <a:t> test 1-1</a:t>
            </a:r>
          </a:p>
          <a:p>
            <a:pPr lvl="1"/>
            <a:r>
              <a:rPr lang="en-US" altLang="zh-TW"/>
              <a:t> test 1-2</a:t>
            </a:r>
          </a:p>
          <a:p>
            <a:pPr lvl="2"/>
            <a:r>
              <a:rPr lang="en-US" altLang="zh-TW"/>
              <a:t>test 1-2-1</a:t>
            </a:r>
          </a:p>
          <a:p>
            <a:pPr lvl="0"/>
            <a:r>
              <a:rPr lang="en-US" altLang="zh-TW"/>
              <a:t>test 2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kumimoji="0" sz="111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285AF1A-C166-439C-8098-34327406949B}" type="datetime1">
              <a:rPr lang="zh-CN" altLang="en-US"/>
              <a:t>2026/10/19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843915" eaLnBrk="1" fontAlgn="auto" hangingPunct="1">
              <a:spcBef>
                <a:spcPts val="0"/>
              </a:spcBef>
              <a:spcAft>
                <a:spcPts val="0"/>
              </a:spcAft>
              <a:defRPr kumimoji="0" sz="111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kumimoji="0" sz="111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6B786E1C-D7CA-4D0F-B02C-A4BFA6B0ED8A}" type="slidenum">
              <a:rPr lang="zh-TW" altLang="en-US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000" kern="1200">
          <a:solidFill>
            <a:schemeClr val="tx1"/>
          </a:solidFill>
          <a:latin typeface="+mj-lt"/>
          <a:ea typeface="+mj-ea"/>
          <a:cs typeface="PMingLiU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  <a:cs typeface="PMingLiU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  <a:cs typeface="PMingLiU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  <a:cs typeface="PMingLiU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  <a:cs typeface="PMingLiU" charset="0"/>
        </a:defRPr>
      </a:lvl5pPr>
      <a:lvl6pPr marL="422275" algn="ctr" rtl="0" fontAlgn="base">
        <a:spcBef>
          <a:spcPct val="0"/>
        </a:spcBef>
        <a:spcAft>
          <a:spcPct val="0"/>
        </a:spcAft>
        <a:defRPr sz="406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</a:defRPr>
      </a:lvl6pPr>
      <a:lvl7pPr marL="843915" algn="ctr" rtl="0" fontAlgn="base">
        <a:spcBef>
          <a:spcPct val="0"/>
        </a:spcBef>
        <a:spcAft>
          <a:spcPct val="0"/>
        </a:spcAft>
        <a:defRPr sz="406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</a:defRPr>
      </a:lvl7pPr>
      <a:lvl8pPr marL="1266190" algn="ctr" rtl="0" fontAlgn="base">
        <a:spcBef>
          <a:spcPct val="0"/>
        </a:spcBef>
        <a:spcAft>
          <a:spcPct val="0"/>
        </a:spcAft>
        <a:defRPr sz="406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</a:defRPr>
      </a:lvl8pPr>
      <a:lvl9pPr marL="1688465" algn="ctr" rtl="0" fontAlgn="base">
        <a:spcBef>
          <a:spcPct val="0"/>
        </a:spcBef>
        <a:spcAft>
          <a:spcPct val="0"/>
        </a:spcAft>
        <a:defRPr sz="406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</a:defRPr>
      </a:lvl9pPr>
    </p:titleStyle>
    <p:bodyStyle>
      <a:lvl1pPr marL="421005" indent="-421005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u"/>
        <a:defRPr kumimoji="1" sz="2200" kern="1200">
          <a:solidFill>
            <a:schemeClr val="tx1"/>
          </a:solidFill>
          <a:latin typeface="Microsoft JhengHei" panose="020B0604030504040204" charset="-120"/>
          <a:ea typeface="Microsoft JhengHei" panose="020B0604030504040204" charset="-120"/>
          <a:cs typeface="Microsoft JhengHei" panose="020B0604030504040204" charset="-120"/>
        </a:defRPr>
      </a:lvl1pPr>
      <a:lvl2pPr marL="843280" indent="-421005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Ø"/>
        <a:defRPr kumimoji="1" sz="2200" kern="1200">
          <a:solidFill>
            <a:schemeClr val="tx1"/>
          </a:solidFill>
          <a:latin typeface="Microsoft JhengHei" panose="020B0604030504040204" charset="-120"/>
          <a:ea typeface="Microsoft JhengHei" panose="020B0604030504040204" charset="-120"/>
          <a:cs typeface="Microsoft JhengHei" panose="020B0604030504040204" charset="-120"/>
        </a:defRPr>
      </a:lvl2pPr>
      <a:lvl3pPr marL="1160780" indent="-31623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l"/>
        <a:defRPr kumimoji="1" sz="2200" kern="1200">
          <a:solidFill>
            <a:schemeClr val="tx1"/>
          </a:solidFill>
          <a:latin typeface="+mn-lt"/>
          <a:ea typeface="+mn-ea"/>
          <a:cs typeface="PMingLiU" charset="0"/>
        </a:defRPr>
      </a:lvl3pPr>
      <a:lvl4pPr marL="1476375" indent="-2095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98650" indent="-2095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320925" indent="-210820" algn="l" defTabSz="84391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45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indent="-210820" algn="l" defTabSz="84391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45" kern="1200">
          <a:solidFill>
            <a:schemeClr val="tx1"/>
          </a:solidFill>
          <a:latin typeface="+mn-lt"/>
          <a:ea typeface="+mn-ea"/>
          <a:cs typeface="+mn-cs"/>
        </a:defRPr>
      </a:lvl7pPr>
      <a:lvl8pPr marL="3165475" indent="-210820" algn="l" defTabSz="84391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45" kern="1200">
          <a:solidFill>
            <a:schemeClr val="tx1"/>
          </a:solidFill>
          <a:latin typeface="+mn-lt"/>
          <a:ea typeface="+mn-ea"/>
          <a:cs typeface="+mn-cs"/>
        </a:defRPr>
      </a:lvl8pPr>
      <a:lvl9pPr marL="3587115" indent="-210820" algn="l" defTabSz="84391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1pPr>
      <a:lvl2pPr marL="42227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2pPr>
      <a:lvl3pPr marL="84391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3pPr>
      <a:lvl4pPr marL="1266190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4pPr>
      <a:lvl5pPr marL="168846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5pPr>
      <a:lvl6pPr marL="211010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6pPr>
      <a:lvl7pPr marL="2532380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7pPr>
      <a:lvl8pPr marL="2954020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8pPr>
      <a:lvl9pPr marL="337629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TW"/>
              <a:t> test 1</a:t>
            </a:r>
          </a:p>
          <a:p>
            <a:pPr lvl="1"/>
            <a:r>
              <a:rPr lang="en-US" altLang="zh-TW"/>
              <a:t> test 1-1</a:t>
            </a:r>
          </a:p>
          <a:p>
            <a:pPr lvl="1"/>
            <a:r>
              <a:rPr lang="en-US" altLang="zh-TW"/>
              <a:t> test 1-2</a:t>
            </a:r>
          </a:p>
          <a:p>
            <a:pPr lvl="2"/>
            <a:r>
              <a:rPr lang="en-US" altLang="zh-TW"/>
              <a:t>test 1-2-1</a:t>
            </a:r>
          </a:p>
          <a:p>
            <a:pPr lvl="0"/>
            <a:r>
              <a:rPr lang="en-US" altLang="zh-TW"/>
              <a:t>test 2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kumimoji="0"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CD02CEF-23A6-49C8-A07D-1973BD7EAC7E}" type="datetime1">
              <a:rPr lang="zh-TW" altLang="en-US"/>
              <a:t>2026/10/19</a:t>
            </a:fld>
            <a:endParaRPr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914400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kumimoji="0"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4F5ED231-2C1B-4CEF-A1F2-78250E4BA440}" type="slidenum">
              <a:rPr lang="zh-TW" altLang="en-US"/>
              <a:t>‹#›</a:t>
            </a:fld>
            <a:endParaRPr lang="zh-TW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PMingLiU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  <a:cs typeface="PMingLiU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  <a:cs typeface="PMingLiU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  <a:cs typeface="PMingLiU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  <a:cs typeface="PMingLiU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u"/>
        <a:defRPr kumimoji="1" sz="2400" kern="1200">
          <a:solidFill>
            <a:schemeClr val="tx1"/>
          </a:solidFill>
          <a:latin typeface="Microsoft JhengHei" panose="020B0604030504040204" charset="-120"/>
          <a:ea typeface="Microsoft JhengHei" panose="020B0604030504040204" charset="-120"/>
          <a:cs typeface="Microsoft JhengHei" panose="020B0604030504040204" charset="-120"/>
        </a:defRPr>
      </a:lvl1pPr>
      <a:lvl2pPr marL="914400" indent="-4572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Ø"/>
        <a:defRPr kumimoji="1" sz="2400" kern="1200">
          <a:solidFill>
            <a:schemeClr val="tx1"/>
          </a:solidFill>
          <a:latin typeface="Microsoft JhengHei" panose="020B0604030504040204" charset="-120"/>
          <a:ea typeface="Microsoft JhengHei" panose="020B0604030504040204" charset="-120"/>
          <a:cs typeface="Microsoft JhengHei" panose="020B0604030504040204" charset="-120"/>
        </a:defRPr>
      </a:lvl2pPr>
      <a:lvl3pPr marL="1257300" indent="-3429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l"/>
        <a:defRPr kumimoji="1" sz="2400" kern="1200">
          <a:solidFill>
            <a:schemeClr val="tx1"/>
          </a:solidFill>
          <a:latin typeface="+mn-lt"/>
          <a:ea typeface="+mn-ea"/>
          <a:cs typeface="PMingLiU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TW"/>
              <a:t> test 1</a:t>
            </a:r>
          </a:p>
          <a:p>
            <a:pPr lvl="1"/>
            <a:r>
              <a:rPr lang="en-US" altLang="zh-TW"/>
              <a:t> test 1-1</a:t>
            </a:r>
          </a:p>
          <a:p>
            <a:pPr lvl="1"/>
            <a:r>
              <a:rPr lang="en-US" altLang="zh-TW"/>
              <a:t> test 1-2</a:t>
            </a:r>
          </a:p>
          <a:p>
            <a:pPr lvl="2"/>
            <a:r>
              <a:rPr lang="en-US" altLang="zh-TW"/>
              <a:t>test 1-2-1</a:t>
            </a:r>
          </a:p>
          <a:p>
            <a:pPr lvl="0"/>
            <a:r>
              <a:rPr lang="en-US" altLang="zh-TW"/>
              <a:t>test 2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kumimoji="0" sz="111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l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285AF1A-C166-439C-8098-34327406949B}" type="datetime1">
              <a:rPr kumimoji="0" lang="zh-CN" altLang="en-US" sz="111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2026/10/19</a:t>
            </a:fld>
            <a:endParaRPr kumimoji="0" lang="zh-TW" altLang="en-US" sz="111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843915" eaLnBrk="1" fontAlgn="auto" hangingPunct="1">
              <a:spcBef>
                <a:spcPts val="0"/>
              </a:spcBef>
              <a:spcAft>
                <a:spcPts val="0"/>
              </a:spcAft>
              <a:defRPr kumimoji="0" sz="111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8439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11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kumimoji="0" sz="111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B786E1C-D7CA-4D0F-B02C-A4BFA6B0ED8A}" type="slidenum">
              <a:rPr kumimoji="0" lang="zh-TW" altLang="en-US" sz="111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PMingLiU" panose="02020500000000000000" pitchFamily="18" charset="-120"/>
                <a:cs typeface="+mn-cs"/>
              </a:rPr>
              <a:t>‹#›</a:t>
            </a:fld>
            <a:endParaRPr kumimoji="0" lang="zh-TW" altLang="en-US" sz="111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PMingLiU" panose="02020500000000000000" pitchFamily="18" charset="-12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000" kern="1200">
          <a:solidFill>
            <a:schemeClr val="tx1"/>
          </a:solidFill>
          <a:latin typeface="+mj-lt"/>
          <a:ea typeface="+mj-ea"/>
          <a:cs typeface="PMingLiU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  <a:cs typeface="PMingLiU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  <a:cs typeface="PMingLiU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  <a:cs typeface="PMingLiU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  <a:cs typeface="PMingLiU" charset="0"/>
        </a:defRPr>
      </a:lvl5pPr>
      <a:lvl6pPr marL="422275" algn="ctr" rtl="0" fontAlgn="base">
        <a:spcBef>
          <a:spcPct val="0"/>
        </a:spcBef>
        <a:spcAft>
          <a:spcPct val="0"/>
        </a:spcAft>
        <a:defRPr sz="406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</a:defRPr>
      </a:lvl6pPr>
      <a:lvl7pPr marL="843915" algn="ctr" rtl="0" fontAlgn="base">
        <a:spcBef>
          <a:spcPct val="0"/>
        </a:spcBef>
        <a:spcAft>
          <a:spcPct val="0"/>
        </a:spcAft>
        <a:defRPr sz="406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</a:defRPr>
      </a:lvl7pPr>
      <a:lvl8pPr marL="1266190" algn="ctr" rtl="0" fontAlgn="base">
        <a:spcBef>
          <a:spcPct val="0"/>
        </a:spcBef>
        <a:spcAft>
          <a:spcPct val="0"/>
        </a:spcAft>
        <a:defRPr sz="406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</a:defRPr>
      </a:lvl8pPr>
      <a:lvl9pPr marL="1688465" algn="ctr" rtl="0" fontAlgn="base">
        <a:spcBef>
          <a:spcPct val="0"/>
        </a:spcBef>
        <a:spcAft>
          <a:spcPct val="0"/>
        </a:spcAft>
        <a:defRPr sz="4060">
          <a:solidFill>
            <a:schemeClr val="tx1"/>
          </a:solidFill>
          <a:latin typeface="Calibri" panose="020F0502020204030204" pitchFamily="34" charset="0"/>
          <a:ea typeface="PMingLiU" panose="02020500000000000000" pitchFamily="18" charset="-120"/>
        </a:defRPr>
      </a:lvl9pPr>
    </p:titleStyle>
    <p:bodyStyle>
      <a:lvl1pPr marL="421005" indent="-421005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u"/>
        <a:defRPr kumimoji="1" sz="2200" kern="1200">
          <a:solidFill>
            <a:schemeClr val="tx1"/>
          </a:solidFill>
          <a:latin typeface="Microsoft JhengHei" panose="020B0604030504040204" charset="-120"/>
          <a:ea typeface="Microsoft JhengHei" panose="020B0604030504040204" charset="-120"/>
          <a:cs typeface="Microsoft JhengHei" panose="020B0604030504040204" charset="-120"/>
        </a:defRPr>
      </a:lvl1pPr>
      <a:lvl2pPr marL="843280" indent="-421005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Ø"/>
        <a:defRPr kumimoji="1" sz="2200" kern="1200">
          <a:solidFill>
            <a:schemeClr val="tx1"/>
          </a:solidFill>
          <a:latin typeface="Microsoft JhengHei" panose="020B0604030504040204" charset="-120"/>
          <a:ea typeface="Microsoft JhengHei" panose="020B0604030504040204" charset="-120"/>
          <a:cs typeface="Microsoft JhengHei" panose="020B0604030504040204" charset="-120"/>
        </a:defRPr>
      </a:lvl2pPr>
      <a:lvl3pPr marL="1160780" indent="-31623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l"/>
        <a:defRPr kumimoji="1" sz="2200" kern="1200">
          <a:solidFill>
            <a:schemeClr val="tx1"/>
          </a:solidFill>
          <a:latin typeface="+mn-lt"/>
          <a:ea typeface="+mn-ea"/>
          <a:cs typeface="PMingLiU" charset="0"/>
        </a:defRPr>
      </a:lvl3pPr>
      <a:lvl4pPr marL="1476375" indent="-2095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98650" indent="-2095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320925" indent="-210820" algn="l" defTabSz="84391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45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indent="-210820" algn="l" defTabSz="84391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45" kern="1200">
          <a:solidFill>
            <a:schemeClr val="tx1"/>
          </a:solidFill>
          <a:latin typeface="+mn-lt"/>
          <a:ea typeface="+mn-ea"/>
          <a:cs typeface="+mn-cs"/>
        </a:defRPr>
      </a:lvl7pPr>
      <a:lvl8pPr marL="3165475" indent="-210820" algn="l" defTabSz="84391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45" kern="1200">
          <a:solidFill>
            <a:schemeClr val="tx1"/>
          </a:solidFill>
          <a:latin typeface="+mn-lt"/>
          <a:ea typeface="+mn-ea"/>
          <a:cs typeface="+mn-cs"/>
        </a:defRPr>
      </a:lvl8pPr>
      <a:lvl9pPr marL="3587115" indent="-210820" algn="l" defTabSz="84391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1pPr>
      <a:lvl2pPr marL="42227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2pPr>
      <a:lvl3pPr marL="84391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3pPr>
      <a:lvl4pPr marL="1266190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4pPr>
      <a:lvl5pPr marL="168846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5pPr>
      <a:lvl6pPr marL="211010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6pPr>
      <a:lvl7pPr marL="2532380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7pPr>
      <a:lvl8pPr marL="2954020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8pPr>
      <a:lvl9pPr marL="337629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矩形 1"/>
          <p:cNvSpPr>
            <a:spLocks noChangeArrowheads="1"/>
          </p:cNvSpPr>
          <p:nvPr/>
        </p:nvSpPr>
        <p:spPr bwMode="auto">
          <a:xfrm>
            <a:off x="3980765" y="6597290"/>
            <a:ext cx="4071938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u"/>
              <a:defRPr kumimoji="1" sz="2400">
                <a:solidFill>
                  <a:schemeClr val="tx1"/>
                </a:solidFill>
                <a:latin typeface="Microsoft JhengHei" panose="020B0604030504040204" charset="-120"/>
                <a:ea typeface="Microsoft JhengHei" panose="020B0604030504040204" charset="-12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Microsoft JhengHei" panose="020B0604030504040204" charset="-120"/>
                <a:ea typeface="Microsoft JhengHei" panose="020B0604030504040204" charset="-12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5pPr>
            <a:lvl6pPr marL="2514600" indent="-228600" defTabSz="9131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6pPr>
            <a:lvl7pPr marL="2971800" indent="-228600" defTabSz="9131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7pPr>
            <a:lvl8pPr marL="3429000" indent="-228600" defTabSz="9131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8pPr>
            <a:lvl9pPr marL="3886200" indent="-228600" defTabSz="9131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kumimoji="0" lang="en-US" altLang="zh-TW" sz="1015" dirty="0">
                <a:solidFill>
                  <a:schemeClr val="bg1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Copyright© 2025PANJIT International Inc. All rights reserved.</a:t>
            </a:r>
            <a:endParaRPr kumimoji="0" lang="zh-TW" altLang="en-US" sz="1015" dirty="0">
              <a:solidFill>
                <a:schemeClr val="bg1"/>
              </a:solidFill>
              <a:latin typeface="Calibri" panose="020F0502020204030204" pitchFamily="34" charset="0"/>
              <a:ea typeface="PMingLiU" panose="02020500000000000000" pitchFamily="18" charset="-120"/>
            </a:endParaRPr>
          </a:p>
        </p:txBody>
      </p:sp>
      <p:pic>
        <p:nvPicPr>
          <p:cNvPr id="6149" name="Picture 5" descr="D:\02 Marketing 美編\強茂logo\PANJIT LOGO.png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335360" y="188640"/>
            <a:ext cx="12192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副標題 6"/>
          <p:cNvSpPr>
            <a:spLocks noGrp="1"/>
          </p:cNvSpPr>
          <p:nvPr>
            <p:ph type="subTitle" idx="1"/>
          </p:nvPr>
        </p:nvSpPr>
        <p:spPr>
          <a:xfrm>
            <a:off x="2779180" y="1673805"/>
            <a:ext cx="7380820" cy="2246769"/>
          </a:xfrm>
        </p:spPr>
        <p:txBody>
          <a:bodyPr vert="horz" wrap="square" lIns="91440" tIns="45720" rIns="91440" bIns="45720" anchor="t" anchorCtr="0">
            <a:spAutoFit/>
          </a:bodyPr>
          <a:lstStyle/>
          <a:p>
            <a:pPr defTabSz="913130" eaLnBrk="1" hangingPunct="1">
              <a:spcBef>
                <a:spcPct val="0"/>
              </a:spcBef>
              <a:buClr>
                <a:srgbClr val="FF0000"/>
              </a:buClr>
              <a:buSzTx/>
            </a:pPr>
            <a:r>
              <a:rPr kumimoji="1" lang="zh-CN" altLang="en-US" sz="6600" b="1" kern="1200">
                <a:solidFill>
                  <a:srgbClr val="0075C2"/>
                </a:solidFill>
                <a:latin typeface="等线" panose="02010600030101010101" charset="-122"/>
                <a:ea typeface="微软雅黑" panose="020B0503020204020204" pitchFamily="34" charset="-122"/>
                <a:cs typeface="Arial" panose="020B0604020202020204" pitchFamily="34" charset="0"/>
              </a:rPr>
              <a:t>技能考核</a:t>
            </a:r>
            <a:endParaRPr kumimoji="1" lang="en-US" altLang="zh-CN" sz="6600" b="1" kern="1200">
              <a:solidFill>
                <a:srgbClr val="0075C2"/>
              </a:solidFill>
              <a:latin typeface="等线" panose="02010600030101010101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defTabSz="913130" eaLnBrk="1" hangingPunct="1">
              <a:spcBef>
                <a:spcPct val="0"/>
              </a:spcBef>
              <a:buClr>
                <a:srgbClr val="FF0000"/>
              </a:buClr>
              <a:buSzTx/>
            </a:pPr>
            <a:endParaRPr kumimoji="1" lang="en-US" altLang="zh-CN" sz="2000" b="1" kern="1200">
              <a:solidFill>
                <a:srgbClr val="0075C2"/>
              </a:solidFill>
              <a:latin typeface="等线" panose="02010600030101010101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defTabSz="913130" eaLnBrk="1" hangingPunct="1">
              <a:spcBef>
                <a:spcPct val="0"/>
              </a:spcBef>
              <a:buClr>
                <a:srgbClr val="FF0000"/>
              </a:buClr>
              <a:buSzTx/>
            </a:pPr>
            <a:r>
              <a:rPr kumimoji="1" lang="zh-CN" altLang="en-US" sz="5400" b="1" kern="1200">
                <a:solidFill>
                  <a:srgbClr val="000000"/>
                </a:solidFill>
                <a:latin typeface="等线" panose="02010600030101010101" charset="-122"/>
                <a:ea typeface="微软雅黑" panose="020B0503020204020204" pitchFamily="34" charset="-122"/>
                <a:cs typeface="Arial" panose="020B0604020202020204" pitchFamily="34" charset="0"/>
              </a:rPr>
              <a:t>手机端考试设计方案</a:t>
            </a:r>
            <a:endParaRPr kumimoji="1" lang="zh-CN" altLang="en-US" sz="5400" b="1" kern="1200" dirty="0">
              <a:solidFill>
                <a:srgbClr val="000000"/>
              </a:solidFill>
              <a:latin typeface="等线" panose="02010600030101010101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33935E-115F-4E21-97FD-86B85E25FB6B}" type="slidenum">
              <a:rPr lang="zh-TW" altLang="en-US"/>
              <a:t>1</a:t>
            </a:fld>
            <a:endParaRPr lang="zh-TW" alt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C027B-BBEA-A29B-4A48-F7F39F52C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圆角矩形 36">
            <a:extLst>
              <a:ext uri="{FF2B5EF4-FFF2-40B4-BE49-F238E27FC236}">
                <a16:creationId xmlns:a16="http://schemas.microsoft.com/office/drawing/2014/main" id="{AB055017-C1F8-467E-BE23-5C367FA91CD6}"/>
              </a:ext>
            </a:extLst>
          </p:cNvPr>
          <p:cNvSpPr/>
          <p:nvPr/>
        </p:nvSpPr>
        <p:spPr bwMode="auto">
          <a:xfrm>
            <a:off x="335360" y="998730"/>
            <a:ext cx="11720466" cy="5490610"/>
          </a:xfrm>
          <a:prstGeom prst="roundRect">
            <a:avLst>
              <a:gd name="adj" fmla="val 5869"/>
            </a:avLst>
          </a:prstGeom>
          <a:solidFill>
            <a:schemeClr val="bg1">
              <a:alpha val="60000"/>
            </a:schemeClr>
          </a:solidFill>
          <a:ln w="38100">
            <a:gradFill>
              <a:gsLst>
                <a:gs pos="50000">
                  <a:srgbClr val="FFCF01"/>
                </a:gs>
                <a:gs pos="100000">
                  <a:srgbClr val="E22000"/>
                </a:gs>
              </a:gsLst>
              <a:lin ang="5400000" scaled="0"/>
            </a:gradFill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  <a:scene3d>
            <a:camera prst="orthographicFront"/>
            <a:lightRig rig="flat" dir="t"/>
          </a:scene3d>
          <a:sp3d contourW="19050">
            <a:bevelT w="101600" prst="artDeco"/>
            <a:bevelB w="0" h="0"/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>
            <a:sp3d/>
          </a:bodyPr>
          <a:lstStyle/>
          <a:p>
            <a:pPr marL="0" lvl="2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itchFamily="2" charset="2"/>
              <a:buChar char="n"/>
              <a:tabLst>
                <a:tab pos="136525" algn="l"/>
              </a:tabLst>
              <a:defRPr/>
            </a:pPr>
            <a:endParaRPr lang="zh-CN" altLang="en-US" sz="140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标题 2">
            <a:extLst>
              <a:ext uri="{FF2B5EF4-FFF2-40B4-BE49-F238E27FC236}">
                <a16:creationId xmlns:a16="http://schemas.microsoft.com/office/drawing/2014/main" id="{1C8F4053-04FD-05A0-9859-8AA387F19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390" y="98630"/>
            <a:ext cx="9250258" cy="7287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引导页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96EBC1-D913-4D38-B910-8FB3E6EFD926}"/>
              </a:ext>
            </a:extLst>
          </p:cNvPr>
          <p:cNvSpPr/>
          <p:nvPr/>
        </p:nvSpPr>
        <p:spPr>
          <a:xfrm>
            <a:off x="446028" y="1703352"/>
            <a:ext cx="56256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标题：</a:t>
            </a:r>
            <a:r>
              <a:rPr kumimoji="0" lang="zh-CN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强茂半导体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年度半年度技能考试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7034029-83E6-49C8-865D-D470F62B326C}"/>
              </a:ext>
            </a:extLst>
          </p:cNvPr>
          <p:cNvSpPr/>
          <p:nvPr/>
        </p:nvSpPr>
        <p:spPr>
          <a:xfrm>
            <a:off x="446029" y="2287900"/>
            <a:ext cx="56256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副标题：</a:t>
            </a:r>
            <a:r>
              <a:rPr kumimoji="0" lang="zh-CN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手机端在线</a:t>
            </a:r>
            <a:r>
              <a:rPr kumimoji="0"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理论考试</a:t>
            </a:r>
            <a:r>
              <a:rPr kumimoji="0" lang="zh-CN" altLang="zh-CN" sz="105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2849E17-4D36-41ED-AE1F-752EB93F018B}"/>
              </a:ext>
            </a:extLst>
          </p:cNvPr>
          <p:cNvSpPr/>
          <p:nvPr/>
        </p:nvSpPr>
        <p:spPr>
          <a:xfrm>
            <a:off x="427273" y="1169948"/>
            <a:ext cx="56256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欢迎参加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7DF0698-20A5-49D8-A556-90EFE895FA3D}"/>
              </a:ext>
            </a:extLst>
          </p:cNvPr>
          <p:cNvSpPr/>
          <p:nvPr/>
        </p:nvSpPr>
        <p:spPr>
          <a:xfrm>
            <a:off x="427273" y="2815735"/>
            <a:ext cx="645413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题型与分值：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单选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题*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</a:t>
            </a:r>
            <a:endParaRPr lang="en-US" altLang="zh-CN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题*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</a:t>
            </a:r>
            <a:endParaRPr lang="en-US" altLang="zh-CN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多选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题*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题，选错，漏选不得分；</a:t>
            </a:r>
            <a:endParaRPr lang="en-US" altLang="zh-CN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小计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分；</a:t>
            </a:r>
            <a:endParaRPr lang="en-US" altLang="zh-CN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立即出分；</a:t>
            </a:r>
            <a:endParaRPr lang="en-US" altLang="zh-CN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简答题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*10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分，线上作答；手动批改，汇入总分；</a:t>
            </a:r>
            <a:endParaRPr lang="en-US" altLang="zh-CN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总分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分；</a:t>
            </a:r>
            <a:endParaRPr lang="en-US" altLang="zh-CN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3D527C0-F6CE-4953-B52B-1259531E5225}"/>
              </a:ext>
            </a:extLst>
          </p:cNvPr>
          <p:cNvSpPr/>
          <p:nvPr/>
        </p:nvSpPr>
        <p:spPr>
          <a:xfrm>
            <a:off x="427273" y="5481924"/>
            <a:ext cx="70926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6211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C027B-BBEA-A29B-4A48-F7F39F52C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圆角矩形 36">
            <a:extLst>
              <a:ext uri="{FF2B5EF4-FFF2-40B4-BE49-F238E27FC236}">
                <a16:creationId xmlns:a16="http://schemas.microsoft.com/office/drawing/2014/main" id="{EAB78516-69A2-4031-B046-6AA69ECDF253}"/>
              </a:ext>
            </a:extLst>
          </p:cNvPr>
          <p:cNvSpPr/>
          <p:nvPr/>
        </p:nvSpPr>
        <p:spPr bwMode="auto">
          <a:xfrm>
            <a:off x="335360" y="1043735"/>
            <a:ext cx="11476275" cy="5330010"/>
          </a:xfrm>
          <a:prstGeom prst="roundRect">
            <a:avLst>
              <a:gd name="adj" fmla="val 5869"/>
            </a:avLst>
          </a:prstGeom>
          <a:solidFill>
            <a:schemeClr val="bg1">
              <a:alpha val="60000"/>
            </a:schemeClr>
          </a:solidFill>
          <a:ln w="38100">
            <a:gradFill>
              <a:gsLst>
                <a:gs pos="50000">
                  <a:srgbClr val="FFCF01"/>
                </a:gs>
                <a:gs pos="100000">
                  <a:srgbClr val="E22000"/>
                </a:gs>
              </a:gsLst>
              <a:lin ang="5400000" scaled="0"/>
            </a:gradFill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  <a:scene3d>
            <a:camera prst="orthographicFront"/>
            <a:lightRig rig="flat" dir="t"/>
          </a:scene3d>
          <a:sp3d contourW="19050">
            <a:bevelT w="101600" prst="artDeco"/>
            <a:bevelB w="0" h="0"/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>
            <a:sp3d/>
          </a:bodyPr>
          <a:lstStyle/>
          <a:p>
            <a:pPr marL="0" lvl="2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itchFamily="2" charset="2"/>
              <a:buChar char="n"/>
              <a:tabLst>
                <a:tab pos="136525" algn="l"/>
              </a:tabLst>
              <a:defRPr/>
            </a:pPr>
            <a:endParaRPr lang="zh-CN" altLang="en-US" sz="140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标题 2">
            <a:extLst>
              <a:ext uri="{FF2B5EF4-FFF2-40B4-BE49-F238E27FC236}">
                <a16:creationId xmlns:a16="http://schemas.microsoft.com/office/drawing/2014/main" id="{1C8F4053-04FD-05A0-9859-8AA387F19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390" y="98630"/>
            <a:ext cx="9250258" cy="7287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考试须知页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C9FD1F0-AAA3-4BE1-94BE-E10ABB549AB2}"/>
              </a:ext>
            </a:extLst>
          </p:cNvPr>
          <p:cNvSpPr/>
          <p:nvPr/>
        </p:nvSpPr>
        <p:spPr>
          <a:xfrm>
            <a:off x="635213" y="1185484"/>
            <a:ext cx="133882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考前须知：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40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可折叠</a:t>
            </a:r>
            <a:r>
              <a:rPr lang="en-US" altLang="zh-CN" sz="140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</a:t>
            </a:r>
          </a:p>
          <a:p>
            <a:r>
              <a:rPr lang="zh-CN" altLang="en-US" sz="140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滑动设置</a:t>
            </a:r>
            <a:endParaRPr lang="zh-CN" altLang="en-US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06BA4CA-D165-4897-A5C9-1766AD773A3B}"/>
              </a:ext>
            </a:extLst>
          </p:cNvPr>
          <p:cNvSpPr/>
          <p:nvPr/>
        </p:nvSpPr>
        <p:spPr>
          <a:xfrm>
            <a:off x="1842527" y="1079115"/>
            <a:ext cx="5541902" cy="25364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、全程手机作答，禁止切屏（切屏≥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次强制交卷）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、禁止截图、录屏、找人代考，违者成绩作废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、答题自动保存，中途不可退出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、时间到自动交卷，不可延长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、开始答题：醒目加大按钮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、黑屏不自动交卷；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83DB4B4-AFE7-42FE-B258-B186AA057F37}"/>
              </a:ext>
            </a:extLst>
          </p:cNvPr>
          <p:cNvSpPr/>
          <p:nvPr/>
        </p:nvSpPr>
        <p:spPr>
          <a:xfrm>
            <a:off x="1820525" y="4149080"/>
            <a:ext cx="52629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隐私声明：本系统仅用于内部考核，数据严格保密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BF9E904-496D-45F1-B678-178FAA1EDE48}"/>
              </a:ext>
            </a:extLst>
          </p:cNvPr>
          <p:cNvSpPr/>
          <p:nvPr/>
        </p:nvSpPr>
        <p:spPr>
          <a:xfrm>
            <a:off x="1820525" y="4599130"/>
            <a:ext cx="36006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电量：建议≥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50%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，避免中途关机</a:t>
            </a:r>
          </a:p>
        </p:txBody>
      </p:sp>
      <p:grpSp>
        <p:nvGrpSpPr>
          <p:cNvPr id="16" name="组合 256">
            <a:extLst>
              <a:ext uri="{FF2B5EF4-FFF2-40B4-BE49-F238E27FC236}">
                <a16:creationId xmlns:a16="http://schemas.microsoft.com/office/drawing/2014/main" id="{BD8E44D7-7F12-4470-B775-907775398F9C}"/>
              </a:ext>
            </a:extLst>
          </p:cNvPr>
          <p:cNvGrpSpPr>
            <a:grpSpLocks/>
          </p:cNvGrpSpPr>
          <p:nvPr/>
        </p:nvGrpSpPr>
        <p:grpSpPr bwMode="auto">
          <a:xfrm>
            <a:off x="804512" y="2358873"/>
            <a:ext cx="541210" cy="559600"/>
            <a:chOff x="0" y="0"/>
            <a:chExt cx="724349" cy="724349"/>
          </a:xfrm>
        </p:grpSpPr>
        <p:sp>
          <p:nvSpPr>
            <p:cNvPr id="17" name="Freeform 44">
              <a:extLst>
                <a:ext uri="{FF2B5EF4-FFF2-40B4-BE49-F238E27FC236}">
                  <a16:creationId xmlns:a16="http://schemas.microsoft.com/office/drawing/2014/main" id="{D4F7A8BA-1DE2-4247-92E8-C3F251B1980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724349" cy="724349"/>
            </a:xfrm>
            <a:custGeom>
              <a:avLst/>
              <a:gdLst>
                <a:gd name="T0" fmla="*/ 2147483647 w 1632"/>
                <a:gd name="T1" fmla="*/ 2147483647 h 1632"/>
                <a:gd name="T2" fmla="*/ 2147483647 w 1632"/>
                <a:gd name="T3" fmla="*/ 2147483647 h 1632"/>
                <a:gd name="T4" fmla="*/ 2147483647 w 1632"/>
                <a:gd name="T5" fmla="*/ 2147483647 h 1632"/>
                <a:gd name="T6" fmla="*/ 0 w 1632"/>
                <a:gd name="T7" fmla="*/ 2147483647 h 1632"/>
                <a:gd name="T8" fmla="*/ 0 w 1632"/>
                <a:gd name="T9" fmla="*/ 2147483647 h 1632"/>
                <a:gd name="T10" fmla="*/ 2147483647 w 1632"/>
                <a:gd name="T11" fmla="*/ 0 h 1632"/>
                <a:gd name="T12" fmla="*/ 2147483647 w 1632"/>
                <a:gd name="T13" fmla="*/ 0 h 1632"/>
                <a:gd name="T14" fmla="*/ 2147483647 w 1632"/>
                <a:gd name="T15" fmla="*/ 2147483647 h 1632"/>
                <a:gd name="T16" fmla="*/ 2147483647 w 1632"/>
                <a:gd name="T17" fmla="*/ 2147483647 h 16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32" h="1632">
                  <a:moveTo>
                    <a:pt x="1632" y="1518"/>
                  </a:moveTo>
                  <a:cubicBezTo>
                    <a:pt x="1632" y="1581"/>
                    <a:pt x="1581" y="1632"/>
                    <a:pt x="1518" y="1632"/>
                  </a:cubicBezTo>
                  <a:cubicBezTo>
                    <a:pt x="113" y="1632"/>
                    <a:pt x="113" y="1632"/>
                    <a:pt x="113" y="1632"/>
                  </a:cubicBezTo>
                  <a:cubicBezTo>
                    <a:pt x="51" y="1632"/>
                    <a:pt x="0" y="1581"/>
                    <a:pt x="0" y="1518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51"/>
                    <a:pt x="51" y="0"/>
                    <a:pt x="113" y="0"/>
                  </a:cubicBezTo>
                  <a:cubicBezTo>
                    <a:pt x="1518" y="0"/>
                    <a:pt x="1518" y="0"/>
                    <a:pt x="1518" y="0"/>
                  </a:cubicBezTo>
                  <a:cubicBezTo>
                    <a:pt x="1581" y="0"/>
                    <a:pt x="1632" y="51"/>
                    <a:pt x="1632" y="114"/>
                  </a:cubicBezTo>
                  <a:lnTo>
                    <a:pt x="1632" y="1518"/>
                  </a:lnTo>
                  <a:close/>
                </a:path>
              </a:pathLst>
            </a:custGeom>
            <a:solidFill>
              <a:srgbClr val="E8C0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45">
              <a:extLst>
                <a:ext uri="{FF2B5EF4-FFF2-40B4-BE49-F238E27FC236}">
                  <a16:creationId xmlns:a16="http://schemas.microsoft.com/office/drawing/2014/main" id="{6EAEF411-116D-49C3-81F1-7950D7E98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887" y="298882"/>
              <a:ext cx="417262" cy="274268"/>
            </a:xfrm>
            <a:custGeom>
              <a:avLst/>
              <a:gdLst>
                <a:gd name="T0" fmla="*/ 0 w 939"/>
                <a:gd name="T1" fmla="*/ 2147483647 h 619"/>
                <a:gd name="T2" fmla="*/ 2147483647 w 939"/>
                <a:gd name="T3" fmla="*/ 2147483647 h 619"/>
                <a:gd name="T4" fmla="*/ 2147483647 w 939"/>
                <a:gd name="T5" fmla="*/ 2147483647 h 619"/>
                <a:gd name="T6" fmla="*/ 2147483647 w 939"/>
                <a:gd name="T7" fmla="*/ 0 h 619"/>
                <a:gd name="T8" fmla="*/ 2147483647 w 939"/>
                <a:gd name="T9" fmla="*/ 2147483647 h 619"/>
                <a:gd name="T10" fmla="*/ 2147483647 w 939"/>
                <a:gd name="T11" fmla="*/ 2147483647 h 619"/>
                <a:gd name="T12" fmla="*/ 0 w 939"/>
                <a:gd name="T13" fmla="*/ 2147483647 h 6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39" h="619">
                  <a:moveTo>
                    <a:pt x="0" y="245"/>
                  </a:moveTo>
                  <a:cubicBezTo>
                    <a:pt x="464" y="245"/>
                    <a:pt x="464" y="245"/>
                    <a:pt x="464" y="245"/>
                  </a:cubicBezTo>
                  <a:cubicBezTo>
                    <a:pt x="482" y="245"/>
                    <a:pt x="499" y="241"/>
                    <a:pt x="515" y="232"/>
                  </a:cubicBezTo>
                  <a:cubicBezTo>
                    <a:pt x="917" y="0"/>
                    <a:pt x="917" y="0"/>
                    <a:pt x="917" y="0"/>
                  </a:cubicBezTo>
                  <a:cubicBezTo>
                    <a:pt x="932" y="46"/>
                    <a:pt x="939" y="94"/>
                    <a:pt x="939" y="143"/>
                  </a:cubicBezTo>
                  <a:cubicBezTo>
                    <a:pt x="939" y="406"/>
                    <a:pt x="726" y="619"/>
                    <a:pt x="464" y="619"/>
                  </a:cubicBezTo>
                  <a:cubicBezTo>
                    <a:pt x="238" y="619"/>
                    <a:pt x="47" y="460"/>
                    <a:pt x="0" y="24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46">
              <a:extLst>
                <a:ext uri="{FF2B5EF4-FFF2-40B4-BE49-F238E27FC236}">
                  <a16:creationId xmlns:a16="http://schemas.microsoft.com/office/drawing/2014/main" id="{6DC70A78-A301-4894-A89F-2E0B317B5C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713" y="157060"/>
              <a:ext cx="111348" cy="127758"/>
            </a:xfrm>
            <a:custGeom>
              <a:avLst/>
              <a:gdLst>
                <a:gd name="T0" fmla="*/ 0 w 249"/>
                <a:gd name="T1" fmla="*/ 0 h 288"/>
                <a:gd name="T2" fmla="*/ 2147483647 w 249"/>
                <a:gd name="T3" fmla="*/ 2147483647 h 288"/>
                <a:gd name="T4" fmla="*/ 0 w 249"/>
                <a:gd name="T5" fmla="*/ 2147483647 h 288"/>
                <a:gd name="T6" fmla="*/ 0 w 249"/>
                <a:gd name="T7" fmla="*/ 0 h 28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9" h="288">
                  <a:moveTo>
                    <a:pt x="0" y="0"/>
                  </a:moveTo>
                  <a:cubicBezTo>
                    <a:pt x="96" y="21"/>
                    <a:pt x="183" y="71"/>
                    <a:pt x="249" y="144"/>
                  </a:cubicBezTo>
                  <a:cubicBezTo>
                    <a:pt x="0" y="288"/>
                    <a:pt x="0" y="288"/>
                    <a:pt x="0" y="288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47">
              <a:extLst>
                <a:ext uri="{FF2B5EF4-FFF2-40B4-BE49-F238E27FC236}">
                  <a16:creationId xmlns:a16="http://schemas.microsoft.com/office/drawing/2014/main" id="{D030F342-ADFD-4166-9103-66E2DA3A0B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897" y="255515"/>
              <a:ext cx="480555" cy="348110"/>
            </a:xfrm>
            <a:custGeom>
              <a:avLst/>
              <a:gdLst>
                <a:gd name="T0" fmla="*/ 0 w 1085"/>
                <a:gd name="T1" fmla="*/ 2147483647 h 785"/>
                <a:gd name="T2" fmla="*/ 2147483647 w 1085"/>
                <a:gd name="T3" fmla="*/ 2147483647 h 785"/>
                <a:gd name="T4" fmla="*/ 2147483647 w 1085"/>
                <a:gd name="T5" fmla="*/ 2147483647 h 785"/>
                <a:gd name="T6" fmla="*/ 2147483647 w 1085"/>
                <a:gd name="T7" fmla="*/ 0 h 785"/>
                <a:gd name="T8" fmla="*/ 2147483647 w 1085"/>
                <a:gd name="T9" fmla="*/ 2147483647 h 785"/>
                <a:gd name="T10" fmla="*/ 2147483647 w 1085"/>
                <a:gd name="T11" fmla="*/ 2147483647 h 785"/>
                <a:gd name="T12" fmla="*/ 0 w 1085"/>
                <a:gd name="T13" fmla="*/ 2147483647 h 7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85" h="785">
                  <a:moveTo>
                    <a:pt x="0" y="275"/>
                  </a:moveTo>
                  <a:cubicBezTo>
                    <a:pt x="18" y="560"/>
                    <a:pt x="253" y="785"/>
                    <a:pt x="542" y="785"/>
                  </a:cubicBezTo>
                  <a:cubicBezTo>
                    <a:pt x="842" y="785"/>
                    <a:pt x="1085" y="542"/>
                    <a:pt x="1085" y="241"/>
                  </a:cubicBezTo>
                  <a:cubicBezTo>
                    <a:pt x="1085" y="154"/>
                    <a:pt x="1064" y="73"/>
                    <a:pt x="1028" y="0"/>
                  </a:cubicBezTo>
                  <a:cubicBezTo>
                    <a:pt x="559" y="271"/>
                    <a:pt x="559" y="271"/>
                    <a:pt x="559" y="271"/>
                  </a:cubicBezTo>
                  <a:cubicBezTo>
                    <a:pt x="553" y="274"/>
                    <a:pt x="548" y="275"/>
                    <a:pt x="542" y="275"/>
                  </a:cubicBezTo>
                  <a:lnTo>
                    <a:pt x="0" y="275"/>
                  </a:lnTo>
                  <a:close/>
                </a:path>
              </a:pathLst>
            </a:custGeom>
            <a:solidFill>
              <a:srgbClr val="73CC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48">
              <a:extLst>
                <a:ext uri="{FF2B5EF4-FFF2-40B4-BE49-F238E27FC236}">
                  <a16:creationId xmlns:a16="http://schemas.microsoft.com/office/drawing/2014/main" id="{996140F1-3E88-4ED5-AFCA-DBC645ABE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897" y="123069"/>
              <a:ext cx="225040" cy="223869"/>
            </a:xfrm>
            <a:custGeom>
              <a:avLst/>
              <a:gdLst>
                <a:gd name="T0" fmla="*/ 0 w 508"/>
                <a:gd name="T1" fmla="*/ 2147483647 h 507"/>
                <a:gd name="T2" fmla="*/ 2147483647 w 508"/>
                <a:gd name="T3" fmla="*/ 2147483647 h 507"/>
                <a:gd name="T4" fmla="*/ 2147483647 w 508"/>
                <a:gd name="T5" fmla="*/ 0 h 507"/>
                <a:gd name="T6" fmla="*/ 0 w 508"/>
                <a:gd name="T7" fmla="*/ 2147483647 h 50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08" h="507">
                  <a:moveTo>
                    <a:pt x="0" y="507"/>
                  </a:moveTo>
                  <a:cubicBezTo>
                    <a:pt x="508" y="507"/>
                    <a:pt x="508" y="507"/>
                    <a:pt x="508" y="507"/>
                  </a:cubicBezTo>
                  <a:cubicBezTo>
                    <a:pt x="508" y="0"/>
                    <a:pt x="508" y="0"/>
                    <a:pt x="508" y="0"/>
                  </a:cubicBezTo>
                  <a:cubicBezTo>
                    <a:pt x="235" y="17"/>
                    <a:pt x="17" y="235"/>
                    <a:pt x="0" y="507"/>
                  </a:cubicBezTo>
                  <a:close/>
                </a:path>
              </a:pathLst>
            </a:custGeom>
            <a:solidFill>
              <a:srgbClr val="EFF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49">
              <a:extLst>
                <a:ext uri="{FF2B5EF4-FFF2-40B4-BE49-F238E27FC236}">
                  <a16:creationId xmlns:a16="http://schemas.microsoft.com/office/drawing/2014/main" id="{874FFC25-9ABA-4B98-9B26-AAE0B6755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887" y="157060"/>
              <a:ext cx="160576" cy="160576"/>
            </a:xfrm>
            <a:custGeom>
              <a:avLst/>
              <a:gdLst>
                <a:gd name="T0" fmla="*/ 0 w 362"/>
                <a:gd name="T1" fmla="*/ 2147483647 h 362"/>
                <a:gd name="T2" fmla="*/ 2147483647 w 362"/>
                <a:gd name="T3" fmla="*/ 0 h 362"/>
                <a:gd name="T4" fmla="*/ 2147483647 w 362"/>
                <a:gd name="T5" fmla="*/ 2147483647 h 362"/>
                <a:gd name="T6" fmla="*/ 0 w 362"/>
                <a:gd name="T7" fmla="*/ 2147483647 h 36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2" h="362">
                  <a:moveTo>
                    <a:pt x="0" y="362"/>
                  </a:moveTo>
                  <a:cubicBezTo>
                    <a:pt x="39" y="181"/>
                    <a:pt x="181" y="39"/>
                    <a:pt x="362" y="0"/>
                  </a:cubicBezTo>
                  <a:cubicBezTo>
                    <a:pt x="362" y="362"/>
                    <a:pt x="362" y="362"/>
                    <a:pt x="362" y="362"/>
                  </a:cubicBezTo>
                  <a:lnTo>
                    <a:pt x="0" y="362"/>
                  </a:lnTo>
                  <a:close/>
                </a:path>
              </a:pathLst>
            </a:custGeom>
            <a:solidFill>
              <a:srgbClr val="EFF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Freeform 50">
              <a:extLst>
                <a:ext uri="{FF2B5EF4-FFF2-40B4-BE49-F238E27FC236}">
                  <a16:creationId xmlns:a16="http://schemas.microsoft.com/office/drawing/2014/main" id="{11E6161B-6FAD-426A-BD02-E2B272C0E9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412" y="123069"/>
              <a:ext cx="185189" cy="213319"/>
            </a:xfrm>
            <a:custGeom>
              <a:avLst/>
              <a:gdLst>
                <a:gd name="T0" fmla="*/ 0 w 418"/>
                <a:gd name="T1" fmla="*/ 0 h 483"/>
                <a:gd name="T2" fmla="*/ 0 w 418"/>
                <a:gd name="T3" fmla="*/ 2147483647 h 483"/>
                <a:gd name="T4" fmla="*/ 2147483647 w 418"/>
                <a:gd name="T5" fmla="*/ 2147483647 h 483"/>
                <a:gd name="T6" fmla="*/ 0 w 418"/>
                <a:gd name="T7" fmla="*/ 0 h 48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18" h="483">
                  <a:moveTo>
                    <a:pt x="0" y="0"/>
                  </a:moveTo>
                  <a:cubicBezTo>
                    <a:pt x="0" y="483"/>
                    <a:pt x="0" y="483"/>
                    <a:pt x="0" y="483"/>
                  </a:cubicBezTo>
                  <a:cubicBezTo>
                    <a:pt x="418" y="241"/>
                    <a:pt x="418" y="241"/>
                    <a:pt x="418" y="241"/>
                  </a:cubicBezTo>
                  <a:cubicBezTo>
                    <a:pt x="327" y="103"/>
                    <a:pt x="174" y="10"/>
                    <a:pt x="0" y="0"/>
                  </a:cubicBezTo>
                  <a:close/>
                </a:path>
              </a:pathLst>
            </a:custGeom>
            <a:solidFill>
              <a:srgbClr val="D251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id="{6F05698F-081E-4ABC-B59C-524E89EC88C0}"/>
              </a:ext>
            </a:extLst>
          </p:cNvPr>
          <p:cNvSpPr/>
          <p:nvPr/>
        </p:nvSpPr>
        <p:spPr>
          <a:xfrm>
            <a:off x="1820525" y="5004175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网络：手机流量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7B54D46-7F59-447E-9A4B-46FD56EEE3B0}"/>
              </a:ext>
            </a:extLst>
          </p:cNvPr>
          <p:cNvSpPr/>
          <p:nvPr/>
        </p:nvSpPr>
        <p:spPr>
          <a:xfrm>
            <a:off x="1820525" y="3654025"/>
            <a:ext cx="32239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、密码登入：身份证后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位；</a:t>
            </a:r>
            <a:endParaRPr lang="zh-CN" altLang="en-US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83542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C027B-BBEA-A29B-4A48-F7F39F52C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圆角矩形 36">
            <a:extLst>
              <a:ext uri="{FF2B5EF4-FFF2-40B4-BE49-F238E27FC236}">
                <a16:creationId xmlns:a16="http://schemas.microsoft.com/office/drawing/2014/main" id="{881DA459-1511-4657-B7F7-47572962165B}"/>
              </a:ext>
            </a:extLst>
          </p:cNvPr>
          <p:cNvSpPr/>
          <p:nvPr/>
        </p:nvSpPr>
        <p:spPr bwMode="auto">
          <a:xfrm>
            <a:off x="290355" y="944501"/>
            <a:ext cx="10891210" cy="5679854"/>
          </a:xfrm>
          <a:prstGeom prst="roundRect">
            <a:avLst>
              <a:gd name="adj" fmla="val 5869"/>
            </a:avLst>
          </a:prstGeom>
          <a:solidFill>
            <a:schemeClr val="bg1">
              <a:alpha val="60000"/>
            </a:schemeClr>
          </a:solidFill>
          <a:ln w="38100">
            <a:gradFill>
              <a:gsLst>
                <a:gs pos="50000">
                  <a:srgbClr val="FFCF01"/>
                </a:gs>
                <a:gs pos="100000">
                  <a:srgbClr val="E22000"/>
                </a:gs>
              </a:gsLst>
              <a:lin ang="5400000" scaled="0"/>
            </a:gradFill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  <a:scene3d>
            <a:camera prst="orthographicFront"/>
            <a:lightRig rig="flat" dir="t"/>
          </a:scene3d>
          <a:sp3d contourW="19050">
            <a:bevelT w="101600" prst="artDeco"/>
            <a:bevelB w="0" h="0"/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>
            <a:sp3d/>
          </a:bodyPr>
          <a:lstStyle/>
          <a:p>
            <a:pPr marL="0" lvl="2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itchFamily="2" charset="2"/>
              <a:buChar char="n"/>
              <a:tabLst>
                <a:tab pos="136525" algn="l"/>
              </a:tabLst>
              <a:defRPr/>
            </a:pPr>
            <a:endParaRPr lang="zh-CN" altLang="en-US" sz="140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标题 2">
            <a:extLst>
              <a:ext uri="{FF2B5EF4-FFF2-40B4-BE49-F238E27FC236}">
                <a16:creationId xmlns:a16="http://schemas.microsoft.com/office/drawing/2014/main" id="{1C8F4053-04FD-05A0-9859-8AA387F19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390" y="98630"/>
            <a:ext cx="9250258" cy="7287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答题界面及考试过程控制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710D49C-18CB-4D16-9A66-B3D2E2D86FE1}"/>
              </a:ext>
            </a:extLst>
          </p:cNvPr>
          <p:cNvSpPr/>
          <p:nvPr/>
        </p:nvSpPr>
        <p:spPr>
          <a:xfrm>
            <a:off x="603880" y="1043735"/>
            <a:ext cx="6096000" cy="19005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答题界面适配：</a:t>
            </a:r>
            <a:endParaRPr lang="en-US" altLang="zh-CN" sz="24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300"/>
              </a:lnSpc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、竖屏为主、简洁布局</a:t>
            </a:r>
          </a:p>
          <a:p>
            <a:pPr>
              <a:lnSpc>
                <a:spcPts val="2300"/>
              </a:lnSpc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、答题卡悬浮 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底部导航</a:t>
            </a:r>
          </a:p>
          <a:p>
            <a:pPr>
              <a:lnSpc>
                <a:spcPts val="2300"/>
              </a:lnSpc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、已答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未答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标记题状态</a:t>
            </a:r>
          </a:p>
          <a:p>
            <a:endParaRPr lang="en-US" altLang="zh-CN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8CA2F31-E8DB-4548-90E8-63485D7A3CA1}"/>
              </a:ext>
            </a:extLst>
          </p:cNvPr>
          <p:cNvSpPr/>
          <p:nvPr/>
        </p:nvSpPr>
        <p:spPr>
          <a:xfrm>
            <a:off x="650395" y="2888940"/>
            <a:ext cx="6111693" cy="10552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题库与题型设计：</a:t>
            </a:r>
          </a:p>
          <a:p>
            <a:pPr>
              <a:lnSpc>
                <a:spcPts val="2400"/>
              </a:lnSpc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、随机抽题、固定组卷、防重复抽题</a:t>
            </a:r>
          </a:p>
          <a:p>
            <a:pPr>
              <a:lnSpc>
                <a:spcPts val="2400"/>
              </a:lnSpc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、题目难度分级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2D4C34-7835-49C5-A1EC-8D144EF36D97}"/>
              </a:ext>
            </a:extLst>
          </p:cNvPr>
          <p:cNvSpPr/>
          <p:nvPr/>
        </p:nvSpPr>
        <p:spPr>
          <a:xfrm>
            <a:off x="4250795" y="1597989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、一键标记疑问题</a:t>
            </a: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、快速跳转题目</a:t>
            </a: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、答题实时保存</a:t>
            </a: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、提交二次确认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C6E30E-9C27-4CC1-A332-715B6D52D41E}"/>
              </a:ext>
            </a:extLst>
          </p:cNvPr>
          <p:cNvSpPr/>
          <p:nvPr/>
        </p:nvSpPr>
        <p:spPr>
          <a:xfrm>
            <a:off x="6816080" y="1624663"/>
            <a:ext cx="285847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、中途断网退出自动保存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、考试结束强制交卷</a:t>
            </a:r>
          </a:p>
        </p:txBody>
      </p:sp>
      <p:grpSp>
        <p:nvGrpSpPr>
          <p:cNvPr id="21" name="组合 248">
            <a:extLst>
              <a:ext uri="{FF2B5EF4-FFF2-40B4-BE49-F238E27FC236}">
                <a16:creationId xmlns:a16="http://schemas.microsoft.com/office/drawing/2014/main" id="{7AF1DC4D-F960-4297-BF30-295519A537A4}"/>
              </a:ext>
            </a:extLst>
          </p:cNvPr>
          <p:cNvGrpSpPr>
            <a:grpSpLocks/>
          </p:cNvGrpSpPr>
          <p:nvPr/>
        </p:nvGrpSpPr>
        <p:grpSpPr bwMode="auto">
          <a:xfrm>
            <a:off x="10453539" y="1111300"/>
            <a:ext cx="540060" cy="554254"/>
            <a:chOff x="0" y="0"/>
            <a:chExt cx="724349" cy="724349"/>
          </a:xfrm>
        </p:grpSpPr>
        <p:sp>
          <p:nvSpPr>
            <p:cNvPr id="22" name="Freeform 79">
              <a:extLst>
                <a:ext uri="{FF2B5EF4-FFF2-40B4-BE49-F238E27FC236}">
                  <a16:creationId xmlns:a16="http://schemas.microsoft.com/office/drawing/2014/main" id="{2563311B-BACD-4F9E-8DC4-67EB987EA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724349" cy="724349"/>
            </a:xfrm>
            <a:custGeom>
              <a:avLst/>
              <a:gdLst>
                <a:gd name="T0" fmla="*/ 2147483647 w 1632"/>
                <a:gd name="T1" fmla="*/ 2147483647 h 1632"/>
                <a:gd name="T2" fmla="*/ 2147483647 w 1632"/>
                <a:gd name="T3" fmla="*/ 2147483647 h 1632"/>
                <a:gd name="T4" fmla="*/ 2147483647 w 1632"/>
                <a:gd name="T5" fmla="*/ 2147483647 h 1632"/>
                <a:gd name="T6" fmla="*/ 0 w 1632"/>
                <a:gd name="T7" fmla="*/ 2147483647 h 1632"/>
                <a:gd name="T8" fmla="*/ 0 w 1632"/>
                <a:gd name="T9" fmla="*/ 2147483647 h 1632"/>
                <a:gd name="T10" fmla="*/ 2147483647 w 1632"/>
                <a:gd name="T11" fmla="*/ 0 h 1632"/>
                <a:gd name="T12" fmla="*/ 2147483647 w 1632"/>
                <a:gd name="T13" fmla="*/ 0 h 1632"/>
                <a:gd name="T14" fmla="*/ 2147483647 w 1632"/>
                <a:gd name="T15" fmla="*/ 2147483647 h 1632"/>
                <a:gd name="T16" fmla="*/ 2147483647 w 1632"/>
                <a:gd name="T17" fmla="*/ 2147483647 h 16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32" h="1632">
                  <a:moveTo>
                    <a:pt x="1632" y="1518"/>
                  </a:moveTo>
                  <a:cubicBezTo>
                    <a:pt x="1632" y="1581"/>
                    <a:pt x="1581" y="1632"/>
                    <a:pt x="1518" y="1632"/>
                  </a:cubicBezTo>
                  <a:cubicBezTo>
                    <a:pt x="114" y="1632"/>
                    <a:pt x="114" y="1632"/>
                    <a:pt x="114" y="1632"/>
                  </a:cubicBezTo>
                  <a:cubicBezTo>
                    <a:pt x="51" y="1632"/>
                    <a:pt x="0" y="1581"/>
                    <a:pt x="0" y="1518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1518" y="0"/>
                    <a:pt x="1518" y="0"/>
                    <a:pt x="1518" y="0"/>
                  </a:cubicBezTo>
                  <a:cubicBezTo>
                    <a:pt x="1581" y="0"/>
                    <a:pt x="1632" y="51"/>
                    <a:pt x="1632" y="114"/>
                  </a:cubicBezTo>
                  <a:lnTo>
                    <a:pt x="1632" y="1518"/>
                  </a:lnTo>
                  <a:close/>
                </a:path>
              </a:pathLst>
            </a:custGeom>
            <a:solidFill>
              <a:srgbClr val="D251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Oval 80">
              <a:extLst>
                <a:ext uri="{FF2B5EF4-FFF2-40B4-BE49-F238E27FC236}">
                  <a16:creationId xmlns:a16="http://schemas.microsoft.com/office/drawing/2014/main" id="{0D76040B-3674-48E0-BD16-337D31582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668" y="560256"/>
              <a:ext cx="75013" cy="75013"/>
            </a:xfrm>
            <a:prstGeom prst="ellipse">
              <a:avLst/>
            </a:prstGeom>
            <a:solidFill>
              <a:srgbClr val="707B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24" name="Rectangle 81">
              <a:extLst>
                <a:ext uri="{FF2B5EF4-FFF2-40B4-BE49-F238E27FC236}">
                  <a16:creationId xmlns:a16="http://schemas.microsoft.com/office/drawing/2014/main" id="{FB9CA26A-C5CB-4145-BAD6-501FD2B94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557" y="159403"/>
              <a:ext cx="269580" cy="394993"/>
            </a:xfrm>
            <a:prstGeom prst="rect">
              <a:avLst/>
            </a:prstGeom>
            <a:solidFill>
              <a:srgbClr val="707B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25" name="Freeform 82">
              <a:extLst>
                <a:ext uri="{FF2B5EF4-FFF2-40B4-BE49-F238E27FC236}">
                  <a16:creationId xmlns:a16="http://schemas.microsoft.com/office/drawing/2014/main" id="{4E036C6F-4AC7-413B-A66D-811BD7116C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557" y="159403"/>
              <a:ext cx="269580" cy="394993"/>
            </a:xfrm>
            <a:custGeom>
              <a:avLst/>
              <a:gdLst>
                <a:gd name="T0" fmla="*/ 0 w 609"/>
                <a:gd name="T1" fmla="*/ 2147483647 h 891"/>
                <a:gd name="T2" fmla="*/ 2147483647 w 609"/>
                <a:gd name="T3" fmla="*/ 0 h 891"/>
                <a:gd name="T4" fmla="*/ 2147483647 w 609"/>
                <a:gd name="T5" fmla="*/ 2147483647 h 891"/>
                <a:gd name="T6" fmla="*/ 0 w 609"/>
                <a:gd name="T7" fmla="*/ 2147483647 h 8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09" h="891">
                  <a:moveTo>
                    <a:pt x="0" y="891"/>
                  </a:moveTo>
                  <a:cubicBezTo>
                    <a:pt x="0" y="891"/>
                    <a:pt x="294" y="235"/>
                    <a:pt x="609" y="0"/>
                  </a:cubicBezTo>
                  <a:cubicBezTo>
                    <a:pt x="609" y="891"/>
                    <a:pt x="609" y="891"/>
                    <a:pt x="609" y="891"/>
                  </a:cubicBezTo>
                  <a:lnTo>
                    <a:pt x="0" y="891"/>
                  </a:lnTo>
                  <a:close/>
                </a:path>
              </a:pathLst>
            </a:custGeom>
            <a:solidFill>
              <a:srgbClr val="6874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83">
              <a:extLst>
                <a:ext uri="{FF2B5EF4-FFF2-40B4-BE49-F238E27FC236}">
                  <a16:creationId xmlns:a16="http://schemas.microsoft.com/office/drawing/2014/main" id="{353C9543-9C05-4AC6-9EBB-D6F2A574FB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6287" y="128929"/>
              <a:ext cx="311775" cy="527438"/>
            </a:xfrm>
            <a:custGeom>
              <a:avLst/>
              <a:gdLst>
                <a:gd name="T0" fmla="*/ 2147483647 w 703"/>
                <a:gd name="T1" fmla="*/ 0 h 1190"/>
                <a:gd name="T2" fmla="*/ 2147483647 w 703"/>
                <a:gd name="T3" fmla="*/ 0 h 1190"/>
                <a:gd name="T4" fmla="*/ 0 w 703"/>
                <a:gd name="T5" fmla="*/ 2147483647 h 1190"/>
                <a:gd name="T6" fmla="*/ 0 w 703"/>
                <a:gd name="T7" fmla="*/ 2147483647 h 1190"/>
                <a:gd name="T8" fmla="*/ 2147483647 w 703"/>
                <a:gd name="T9" fmla="*/ 2147483647 h 1190"/>
                <a:gd name="T10" fmla="*/ 2147483647 w 703"/>
                <a:gd name="T11" fmla="*/ 2147483647 h 1190"/>
                <a:gd name="T12" fmla="*/ 2147483647 w 703"/>
                <a:gd name="T13" fmla="*/ 2147483647 h 1190"/>
                <a:gd name="T14" fmla="*/ 2147483647 w 703"/>
                <a:gd name="T15" fmla="*/ 2147483647 h 1190"/>
                <a:gd name="T16" fmla="*/ 2147483647 w 703"/>
                <a:gd name="T17" fmla="*/ 2147483647 h 1190"/>
                <a:gd name="T18" fmla="*/ 2147483647 w 703"/>
                <a:gd name="T19" fmla="*/ 0 h 1190"/>
                <a:gd name="T20" fmla="*/ 2147483647 w 703"/>
                <a:gd name="T21" fmla="*/ 2147483647 h 1190"/>
                <a:gd name="T22" fmla="*/ 2147483647 w 703"/>
                <a:gd name="T23" fmla="*/ 2147483647 h 1190"/>
                <a:gd name="T24" fmla="*/ 2147483647 w 703"/>
                <a:gd name="T25" fmla="*/ 2147483647 h 1190"/>
                <a:gd name="T26" fmla="*/ 2147483647 w 703"/>
                <a:gd name="T27" fmla="*/ 2147483647 h 1190"/>
                <a:gd name="T28" fmla="*/ 2147483647 w 703"/>
                <a:gd name="T29" fmla="*/ 2147483647 h 1190"/>
                <a:gd name="T30" fmla="*/ 2147483647 w 703"/>
                <a:gd name="T31" fmla="*/ 2147483647 h 1190"/>
                <a:gd name="T32" fmla="*/ 2147483647 w 703"/>
                <a:gd name="T33" fmla="*/ 2147483647 h 1190"/>
                <a:gd name="T34" fmla="*/ 2147483647 w 703"/>
                <a:gd name="T35" fmla="*/ 2147483647 h 1190"/>
                <a:gd name="T36" fmla="*/ 2147483647 w 703"/>
                <a:gd name="T37" fmla="*/ 2147483647 h 1190"/>
                <a:gd name="T38" fmla="*/ 2147483647 w 703"/>
                <a:gd name="T39" fmla="*/ 2147483647 h 1190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703" h="1190">
                  <a:moveTo>
                    <a:pt x="639" y="0"/>
                  </a:moveTo>
                  <a:cubicBezTo>
                    <a:pt x="65" y="0"/>
                    <a:pt x="65" y="0"/>
                    <a:pt x="65" y="0"/>
                  </a:cubicBezTo>
                  <a:cubicBezTo>
                    <a:pt x="30" y="0"/>
                    <a:pt x="0" y="30"/>
                    <a:pt x="0" y="65"/>
                  </a:cubicBezTo>
                  <a:cubicBezTo>
                    <a:pt x="0" y="1125"/>
                    <a:pt x="0" y="1125"/>
                    <a:pt x="0" y="1125"/>
                  </a:cubicBezTo>
                  <a:cubicBezTo>
                    <a:pt x="0" y="1161"/>
                    <a:pt x="30" y="1190"/>
                    <a:pt x="65" y="1190"/>
                  </a:cubicBezTo>
                  <a:cubicBezTo>
                    <a:pt x="639" y="1190"/>
                    <a:pt x="639" y="1190"/>
                    <a:pt x="639" y="1190"/>
                  </a:cubicBezTo>
                  <a:cubicBezTo>
                    <a:pt x="674" y="1190"/>
                    <a:pt x="703" y="1161"/>
                    <a:pt x="703" y="1125"/>
                  </a:cubicBezTo>
                  <a:cubicBezTo>
                    <a:pt x="703" y="1125"/>
                    <a:pt x="703" y="1125"/>
                    <a:pt x="703" y="1125"/>
                  </a:cubicBezTo>
                  <a:cubicBezTo>
                    <a:pt x="703" y="65"/>
                    <a:pt x="703" y="65"/>
                    <a:pt x="703" y="65"/>
                  </a:cubicBezTo>
                  <a:cubicBezTo>
                    <a:pt x="703" y="30"/>
                    <a:pt x="674" y="0"/>
                    <a:pt x="639" y="0"/>
                  </a:cubicBezTo>
                  <a:close/>
                  <a:moveTo>
                    <a:pt x="352" y="1125"/>
                  </a:moveTo>
                  <a:cubicBezTo>
                    <a:pt x="319" y="1125"/>
                    <a:pt x="292" y="1099"/>
                    <a:pt x="292" y="1066"/>
                  </a:cubicBezTo>
                  <a:cubicBezTo>
                    <a:pt x="292" y="1033"/>
                    <a:pt x="319" y="1006"/>
                    <a:pt x="352" y="1006"/>
                  </a:cubicBezTo>
                  <a:cubicBezTo>
                    <a:pt x="385" y="1006"/>
                    <a:pt x="411" y="1033"/>
                    <a:pt x="411" y="1066"/>
                  </a:cubicBezTo>
                  <a:cubicBezTo>
                    <a:pt x="411" y="1099"/>
                    <a:pt x="385" y="1125"/>
                    <a:pt x="352" y="1125"/>
                  </a:cubicBezTo>
                  <a:close/>
                  <a:moveTo>
                    <a:pt x="629" y="941"/>
                  </a:moveTo>
                  <a:cubicBezTo>
                    <a:pt x="75" y="941"/>
                    <a:pt x="75" y="941"/>
                    <a:pt x="75" y="941"/>
                  </a:cubicBezTo>
                  <a:cubicBezTo>
                    <a:pt x="75" y="146"/>
                    <a:pt x="75" y="146"/>
                    <a:pt x="75" y="146"/>
                  </a:cubicBezTo>
                  <a:cubicBezTo>
                    <a:pt x="629" y="146"/>
                    <a:pt x="629" y="146"/>
                    <a:pt x="629" y="146"/>
                  </a:cubicBezTo>
                  <a:lnTo>
                    <a:pt x="629" y="941"/>
                  </a:ln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Rectangle 84">
              <a:extLst>
                <a:ext uri="{FF2B5EF4-FFF2-40B4-BE49-F238E27FC236}">
                  <a16:creationId xmlns:a16="http://schemas.microsoft.com/office/drawing/2014/main" id="{5DC39837-3331-4B6F-9EFA-89384CCFC3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441" y="387959"/>
              <a:ext cx="48056" cy="125413"/>
            </a:xfrm>
            <a:prstGeom prst="rect">
              <a:avLst/>
            </a:prstGeom>
            <a:solidFill>
              <a:srgbClr val="A3BE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29" name="Rectangle 85">
              <a:extLst>
                <a:ext uri="{FF2B5EF4-FFF2-40B4-BE49-F238E27FC236}">
                  <a16:creationId xmlns:a16="http://schemas.microsoft.com/office/drawing/2014/main" id="{10836541-5707-4D6E-B81C-CD6076422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854" y="314118"/>
              <a:ext cx="48056" cy="199254"/>
            </a:xfrm>
            <a:prstGeom prst="rect">
              <a:avLst/>
            </a:prstGeom>
            <a:solidFill>
              <a:srgbClr val="A3BE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>
                <a:solidFill>
                  <a:srgbClr val="000000"/>
                </a:solidFill>
              </a:endParaRPr>
            </a:p>
          </p:txBody>
        </p:sp>
        <p:sp>
          <p:nvSpPr>
            <p:cNvPr id="30" name="Rectangle 86">
              <a:extLst>
                <a:ext uri="{FF2B5EF4-FFF2-40B4-BE49-F238E27FC236}">
                  <a16:creationId xmlns:a16="http://schemas.microsoft.com/office/drawing/2014/main" id="{87361CFA-AEFF-4CAC-82F5-7D111F93B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733" y="355141"/>
              <a:ext cx="48056" cy="158232"/>
            </a:xfrm>
            <a:prstGeom prst="rect">
              <a:avLst/>
            </a:prstGeom>
            <a:solidFill>
              <a:srgbClr val="A3BE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>
                <a:solidFill>
                  <a:srgbClr val="000000"/>
                </a:solidFill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B3312800-9E7B-CA12-DCA7-54954C5E32A3}"/>
              </a:ext>
            </a:extLst>
          </p:cNvPr>
          <p:cNvSpPr/>
          <p:nvPr/>
        </p:nvSpPr>
        <p:spPr>
          <a:xfrm>
            <a:off x="650395" y="4149080"/>
            <a:ext cx="6111693" cy="7474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需要协助验证：</a:t>
            </a:r>
          </a:p>
          <a:p>
            <a:pPr>
              <a:lnSpc>
                <a:spcPts val="2400"/>
              </a:lnSpc>
            </a:pP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、时间到强制交卷，是否直接显示满分？？</a:t>
            </a:r>
            <a:endParaRPr lang="en-US" altLang="zh-CN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3921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C027B-BBEA-A29B-4A48-F7F39F52C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圆角矩形 36">
            <a:extLst>
              <a:ext uri="{FF2B5EF4-FFF2-40B4-BE49-F238E27FC236}">
                <a16:creationId xmlns:a16="http://schemas.microsoft.com/office/drawing/2014/main" id="{FE902727-87E1-4909-B3D6-DD8272DD7097}"/>
              </a:ext>
            </a:extLst>
          </p:cNvPr>
          <p:cNvSpPr/>
          <p:nvPr/>
        </p:nvSpPr>
        <p:spPr bwMode="auto">
          <a:xfrm>
            <a:off x="290355" y="944500"/>
            <a:ext cx="11431270" cy="5724859"/>
          </a:xfrm>
          <a:prstGeom prst="roundRect">
            <a:avLst>
              <a:gd name="adj" fmla="val 5869"/>
            </a:avLst>
          </a:prstGeom>
          <a:solidFill>
            <a:schemeClr val="bg1">
              <a:alpha val="60000"/>
            </a:schemeClr>
          </a:solidFill>
          <a:ln w="38100">
            <a:gradFill>
              <a:gsLst>
                <a:gs pos="50000">
                  <a:srgbClr val="FFCF01"/>
                </a:gs>
                <a:gs pos="100000">
                  <a:srgbClr val="E22000"/>
                </a:gs>
              </a:gsLst>
              <a:lin ang="5400000" scaled="0"/>
            </a:gradFill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  <a:scene3d>
            <a:camera prst="orthographicFront"/>
            <a:lightRig rig="flat" dir="t"/>
          </a:scene3d>
          <a:sp3d contourW="19050">
            <a:bevelT w="101600" prst="artDeco"/>
            <a:bevelB w="0" h="0"/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>
            <a:sp3d/>
          </a:bodyPr>
          <a:lstStyle/>
          <a:p>
            <a:pPr marL="0" lvl="2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itchFamily="2" charset="2"/>
              <a:buChar char="n"/>
              <a:tabLst>
                <a:tab pos="136525" algn="l"/>
              </a:tabLst>
              <a:defRPr/>
            </a:pPr>
            <a:endParaRPr lang="zh-CN" altLang="en-US" sz="140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标题 2">
            <a:extLst>
              <a:ext uri="{FF2B5EF4-FFF2-40B4-BE49-F238E27FC236}">
                <a16:creationId xmlns:a16="http://schemas.microsoft.com/office/drawing/2014/main" id="{1C8F4053-04FD-05A0-9859-8AA387F19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390" y="98630"/>
            <a:ext cx="9250258" cy="728700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成绩统计设计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63D0329-368F-4C4F-BB4E-AD1716BBBE1B}"/>
              </a:ext>
            </a:extLst>
          </p:cNvPr>
          <p:cNvSpPr/>
          <p:nvPr/>
        </p:nvSpPr>
        <p:spPr>
          <a:xfrm>
            <a:off x="695400" y="1088740"/>
            <a:ext cx="5175575" cy="3782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自动阅卷与评分</a:t>
            </a:r>
            <a:endParaRPr lang="zh-CN" altLang="en-US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客观题即时判分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总分计算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错题解析、正确答案、个人考试报告（用时、正确率）：此项考试后管理员手动限定时间开放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数据管理设计（仅</a:t>
            </a:r>
            <a:r>
              <a:rPr lang="en-US" altLang="zh-CN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HR</a:t>
            </a:r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有权限）</a:t>
            </a:r>
            <a:endParaRPr lang="zh-CN" altLang="en-US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考生成绩导出缺考、作弊、异常记录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考试数据分析（平均分、难度、通过率）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A7107CE-3CB5-4332-B4BE-2CBEB9972B6F}"/>
              </a:ext>
            </a:extLst>
          </p:cNvPr>
          <p:cNvSpPr/>
          <p:nvPr/>
        </p:nvSpPr>
        <p:spPr>
          <a:xfrm>
            <a:off x="6636060" y="1268760"/>
            <a:ext cx="508556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、后台管理必备设计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考试创建与编辑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题库批量导入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考生名单导入与权限设置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实时监考（查看在线状态、异常行为）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成绩管理与人工评卷</a:t>
            </a:r>
          </a:p>
          <a:p>
            <a:endParaRPr lang="zh-CN" altLang="en-US" b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46">
            <a:extLst>
              <a:ext uri="{FF2B5EF4-FFF2-40B4-BE49-F238E27FC236}">
                <a16:creationId xmlns:a16="http://schemas.microsoft.com/office/drawing/2014/main" id="{912E28D2-3845-4693-A3B2-830A19557154}"/>
              </a:ext>
            </a:extLst>
          </p:cNvPr>
          <p:cNvGrpSpPr>
            <a:grpSpLocks/>
          </p:cNvGrpSpPr>
          <p:nvPr/>
        </p:nvGrpSpPr>
        <p:grpSpPr bwMode="auto">
          <a:xfrm>
            <a:off x="10641505" y="1244104"/>
            <a:ext cx="631127" cy="599908"/>
            <a:chOff x="0" y="0"/>
            <a:chExt cx="723177" cy="724349"/>
          </a:xfrm>
        </p:grpSpPr>
        <p:sp>
          <p:nvSpPr>
            <p:cNvPr id="22" name="Freeform 29">
              <a:extLst>
                <a:ext uri="{FF2B5EF4-FFF2-40B4-BE49-F238E27FC236}">
                  <a16:creationId xmlns:a16="http://schemas.microsoft.com/office/drawing/2014/main" id="{755B97A8-64F5-4734-AA6B-88BD4A977AD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723177" cy="724349"/>
            </a:xfrm>
            <a:custGeom>
              <a:avLst/>
              <a:gdLst>
                <a:gd name="T0" fmla="*/ 2147483647 w 1632"/>
                <a:gd name="T1" fmla="*/ 2147483647 h 1632"/>
                <a:gd name="T2" fmla="*/ 2147483647 w 1632"/>
                <a:gd name="T3" fmla="*/ 2147483647 h 1632"/>
                <a:gd name="T4" fmla="*/ 2147483647 w 1632"/>
                <a:gd name="T5" fmla="*/ 2147483647 h 1632"/>
                <a:gd name="T6" fmla="*/ 0 w 1632"/>
                <a:gd name="T7" fmla="*/ 2147483647 h 1632"/>
                <a:gd name="T8" fmla="*/ 0 w 1632"/>
                <a:gd name="T9" fmla="*/ 2147483647 h 1632"/>
                <a:gd name="T10" fmla="*/ 2147483647 w 1632"/>
                <a:gd name="T11" fmla="*/ 0 h 1632"/>
                <a:gd name="T12" fmla="*/ 2147483647 w 1632"/>
                <a:gd name="T13" fmla="*/ 0 h 1632"/>
                <a:gd name="T14" fmla="*/ 2147483647 w 1632"/>
                <a:gd name="T15" fmla="*/ 2147483647 h 1632"/>
                <a:gd name="T16" fmla="*/ 2147483647 w 1632"/>
                <a:gd name="T17" fmla="*/ 2147483647 h 16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32" h="1632">
                  <a:moveTo>
                    <a:pt x="1632" y="1518"/>
                  </a:moveTo>
                  <a:cubicBezTo>
                    <a:pt x="1632" y="1581"/>
                    <a:pt x="1581" y="1632"/>
                    <a:pt x="1518" y="1632"/>
                  </a:cubicBezTo>
                  <a:cubicBezTo>
                    <a:pt x="114" y="1632"/>
                    <a:pt x="114" y="1632"/>
                    <a:pt x="114" y="1632"/>
                  </a:cubicBezTo>
                  <a:cubicBezTo>
                    <a:pt x="51" y="1632"/>
                    <a:pt x="0" y="1581"/>
                    <a:pt x="0" y="1518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1518" y="0"/>
                    <a:pt x="1518" y="0"/>
                    <a:pt x="1518" y="0"/>
                  </a:cubicBezTo>
                  <a:cubicBezTo>
                    <a:pt x="1581" y="0"/>
                    <a:pt x="1632" y="51"/>
                    <a:pt x="1632" y="114"/>
                  </a:cubicBezTo>
                  <a:lnTo>
                    <a:pt x="1632" y="1518"/>
                  </a:lnTo>
                  <a:close/>
                </a:path>
              </a:pathLst>
            </a:custGeom>
            <a:solidFill>
              <a:srgbClr val="D251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7B6A54AD-23B0-43A3-83BB-174BB438B5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50" y="176985"/>
              <a:ext cx="450081" cy="324668"/>
            </a:xfrm>
            <a:custGeom>
              <a:avLst/>
              <a:gdLst>
                <a:gd name="T0" fmla="*/ 2147483647 w 1014"/>
                <a:gd name="T1" fmla="*/ 2147483647 h 730"/>
                <a:gd name="T2" fmla="*/ 2147483647 w 1014"/>
                <a:gd name="T3" fmla="*/ 2147483647 h 730"/>
                <a:gd name="T4" fmla="*/ 2147483647 w 1014"/>
                <a:gd name="T5" fmla="*/ 2147483647 h 730"/>
                <a:gd name="T6" fmla="*/ 0 w 1014"/>
                <a:gd name="T7" fmla="*/ 2147483647 h 730"/>
                <a:gd name="T8" fmla="*/ 0 w 1014"/>
                <a:gd name="T9" fmla="*/ 2147483647 h 730"/>
                <a:gd name="T10" fmla="*/ 2147483647 w 1014"/>
                <a:gd name="T11" fmla="*/ 0 h 730"/>
                <a:gd name="T12" fmla="*/ 2147483647 w 1014"/>
                <a:gd name="T13" fmla="*/ 0 h 730"/>
                <a:gd name="T14" fmla="*/ 2147483647 w 1014"/>
                <a:gd name="T15" fmla="*/ 2147483647 h 730"/>
                <a:gd name="T16" fmla="*/ 2147483647 w 1014"/>
                <a:gd name="T17" fmla="*/ 2147483647 h 7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14" h="730">
                  <a:moveTo>
                    <a:pt x="1014" y="651"/>
                  </a:moveTo>
                  <a:cubicBezTo>
                    <a:pt x="1014" y="695"/>
                    <a:pt x="978" y="730"/>
                    <a:pt x="935" y="730"/>
                  </a:cubicBezTo>
                  <a:cubicBezTo>
                    <a:pt x="79" y="730"/>
                    <a:pt x="79" y="730"/>
                    <a:pt x="79" y="730"/>
                  </a:cubicBezTo>
                  <a:cubicBezTo>
                    <a:pt x="35" y="730"/>
                    <a:pt x="0" y="695"/>
                    <a:pt x="0" y="651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35"/>
                    <a:pt x="35" y="0"/>
                    <a:pt x="79" y="0"/>
                  </a:cubicBezTo>
                  <a:cubicBezTo>
                    <a:pt x="935" y="0"/>
                    <a:pt x="935" y="0"/>
                    <a:pt x="935" y="0"/>
                  </a:cubicBezTo>
                  <a:cubicBezTo>
                    <a:pt x="978" y="0"/>
                    <a:pt x="1014" y="35"/>
                    <a:pt x="1014" y="78"/>
                  </a:cubicBezTo>
                  <a:lnTo>
                    <a:pt x="1014" y="651"/>
                  </a:lnTo>
                  <a:close/>
                </a:path>
              </a:pathLst>
            </a:custGeom>
            <a:solidFill>
              <a:srgbClr val="707B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Freeform 31">
              <a:extLst>
                <a:ext uri="{FF2B5EF4-FFF2-40B4-BE49-F238E27FC236}">
                  <a16:creationId xmlns:a16="http://schemas.microsoft.com/office/drawing/2014/main" id="{936B9453-6A4A-4673-A475-454B5F1F20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060" y="200427"/>
              <a:ext cx="433671" cy="307086"/>
            </a:xfrm>
            <a:custGeom>
              <a:avLst/>
              <a:gdLst>
                <a:gd name="T0" fmla="*/ 0 w 979"/>
                <a:gd name="T1" fmla="*/ 2147483647 h 692"/>
                <a:gd name="T2" fmla="*/ 2147483647 w 979"/>
                <a:gd name="T3" fmla="*/ 0 h 692"/>
                <a:gd name="T4" fmla="*/ 2147483647 w 979"/>
                <a:gd name="T5" fmla="*/ 2147483647 h 692"/>
                <a:gd name="T6" fmla="*/ 2147483647 w 979"/>
                <a:gd name="T7" fmla="*/ 2147483647 h 692"/>
                <a:gd name="T8" fmla="*/ 2147483647 w 979"/>
                <a:gd name="T9" fmla="*/ 2147483647 h 692"/>
                <a:gd name="T10" fmla="*/ 0 w 979"/>
                <a:gd name="T11" fmla="*/ 2147483647 h 6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9" h="692">
                  <a:moveTo>
                    <a:pt x="0" y="623"/>
                  </a:moveTo>
                  <a:cubicBezTo>
                    <a:pt x="0" y="623"/>
                    <a:pt x="574" y="168"/>
                    <a:pt x="938" y="0"/>
                  </a:cubicBezTo>
                  <a:cubicBezTo>
                    <a:pt x="979" y="532"/>
                    <a:pt x="979" y="532"/>
                    <a:pt x="979" y="532"/>
                  </a:cubicBezTo>
                  <a:cubicBezTo>
                    <a:pt x="942" y="692"/>
                    <a:pt x="942" y="692"/>
                    <a:pt x="942" y="692"/>
                  </a:cubicBezTo>
                  <a:cubicBezTo>
                    <a:pt x="30" y="677"/>
                    <a:pt x="30" y="677"/>
                    <a:pt x="30" y="677"/>
                  </a:cubicBezTo>
                  <a:lnTo>
                    <a:pt x="0" y="623"/>
                  </a:lnTo>
                  <a:close/>
                </a:path>
              </a:pathLst>
            </a:custGeom>
            <a:solidFill>
              <a:srgbClr val="6874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Freeform 32">
              <a:extLst>
                <a:ext uri="{FF2B5EF4-FFF2-40B4-BE49-F238E27FC236}">
                  <a16:creationId xmlns:a16="http://schemas.microsoft.com/office/drawing/2014/main" id="{F5AFA5EE-1AF6-4B32-8EA6-E66F40B5D6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8381" y="159404"/>
              <a:ext cx="492276" cy="370379"/>
            </a:xfrm>
            <a:custGeom>
              <a:avLst/>
              <a:gdLst>
                <a:gd name="T0" fmla="*/ 2147483647 w 1108"/>
                <a:gd name="T1" fmla="*/ 0 h 834"/>
                <a:gd name="T2" fmla="*/ 2147483647 w 1108"/>
                <a:gd name="T3" fmla="*/ 0 h 834"/>
                <a:gd name="T4" fmla="*/ 0 w 1108"/>
                <a:gd name="T5" fmla="*/ 2147483647 h 834"/>
                <a:gd name="T6" fmla="*/ 0 w 1108"/>
                <a:gd name="T7" fmla="*/ 2147483647 h 834"/>
                <a:gd name="T8" fmla="*/ 2147483647 w 1108"/>
                <a:gd name="T9" fmla="*/ 2147483647 h 834"/>
                <a:gd name="T10" fmla="*/ 2147483647 w 1108"/>
                <a:gd name="T11" fmla="*/ 2147483647 h 834"/>
                <a:gd name="T12" fmla="*/ 2147483647 w 1108"/>
                <a:gd name="T13" fmla="*/ 2147483647 h 834"/>
                <a:gd name="T14" fmla="*/ 2147483647 w 1108"/>
                <a:gd name="T15" fmla="*/ 2147483647 h 834"/>
                <a:gd name="T16" fmla="*/ 2147483647 w 1108"/>
                <a:gd name="T17" fmla="*/ 0 h 834"/>
                <a:gd name="T18" fmla="*/ 2147483647 w 1108"/>
                <a:gd name="T19" fmla="*/ 2147483647 h 834"/>
                <a:gd name="T20" fmla="*/ 2147483647 w 1108"/>
                <a:gd name="T21" fmla="*/ 2147483647 h 834"/>
                <a:gd name="T22" fmla="*/ 2147483647 w 1108"/>
                <a:gd name="T23" fmla="*/ 2147483647 h 834"/>
                <a:gd name="T24" fmla="*/ 2147483647 w 1108"/>
                <a:gd name="T25" fmla="*/ 2147483647 h 834"/>
                <a:gd name="T26" fmla="*/ 2147483647 w 1108"/>
                <a:gd name="T27" fmla="*/ 2147483647 h 83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108" h="834">
                  <a:moveTo>
                    <a:pt x="1040" y="0"/>
                  </a:moveTo>
                  <a:cubicBezTo>
                    <a:pt x="68" y="0"/>
                    <a:pt x="68" y="0"/>
                    <a:pt x="68" y="0"/>
                  </a:cubicBezTo>
                  <a:cubicBezTo>
                    <a:pt x="31" y="0"/>
                    <a:pt x="0" y="30"/>
                    <a:pt x="0" y="67"/>
                  </a:cubicBezTo>
                  <a:cubicBezTo>
                    <a:pt x="0" y="767"/>
                    <a:pt x="0" y="767"/>
                    <a:pt x="0" y="767"/>
                  </a:cubicBezTo>
                  <a:cubicBezTo>
                    <a:pt x="0" y="804"/>
                    <a:pt x="31" y="834"/>
                    <a:pt x="68" y="834"/>
                  </a:cubicBezTo>
                  <a:cubicBezTo>
                    <a:pt x="1040" y="834"/>
                    <a:pt x="1040" y="834"/>
                    <a:pt x="1040" y="834"/>
                  </a:cubicBezTo>
                  <a:cubicBezTo>
                    <a:pt x="1077" y="834"/>
                    <a:pt x="1108" y="804"/>
                    <a:pt x="1108" y="767"/>
                  </a:cubicBezTo>
                  <a:cubicBezTo>
                    <a:pt x="1108" y="67"/>
                    <a:pt x="1108" y="67"/>
                    <a:pt x="1108" y="67"/>
                  </a:cubicBezTo>
                  <a:cubicBezTo>
                    <a:pt x="1108" y="30"/>
                    <a:pt x="1077" y="0"/>
                    <a:pt x="1040" y="0"/>
                  </a:cubicBezTo>
                  <a:close/>
                  <a:moveTo>
                    <a:pt x="1023" y="717"/>
                  </a:moveTo>
                  <a:cubicBezTo>
                    <a:pt x="85" y="717"/>
                    <a:pt x="85" y="717"/>
                    <a:pt x="85" y="717"/>
                  </a:cubicBezTo>
                  <a:cubicBezTo>
                    <a:pt x="85" y="94"/>
                    <a:pt x="85" y="94"/>
                    <a:pt x="85" y="94"/>
                  </a:cubicBezTo>
                  <a:cubicBezTo>
                    <a:pt x="1023" y="94"/>
                    <a:pt x="1023" y="94"/>
                    <a:pt x="1023" y="94"/>
                  </a:cubicBezTo>
                  <a:lnTo>
                    <a:pt x="1023" y="717"/>
                  </a:lnTo>
                  <a:close/>
                </a:path>
              </a:pathLst>
            </a:custGeom>
            <a:solidFill>
              <a:srgbClr val="3236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FE8F8E9F-4DA0-4C6F-BF7F-C8A77BD48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171" y="550880"/>
              <a:ext cx="223869" cy="49228"/>
            </a:xfrm>
            <a:custGeom>
              <a:avLst/>
              <a:gdLst>
                <a:gd name="T0" fmla="*/ 2147483647 w 191"/>
                <a:gd name="T1" fmla="*/ 0 h 42"/>
                <a:gd name="T2" fmla="*/ 0 w 191"/>
                <a:gd name="T3" fmla="*/ 2147483647 h 42"/>
                <a:gd name="T4" fmla="*/ 2147483647 w 191"/>
                <a:gd name="T5" fmla="*/ 2147483647 h 42"/>
                <a:gd name="T6" fmla="*/ 2147483647 w 191"/>
                <a:gd name="T7" fmla="*/ 0 h 42"/>
                <a:gd name="T8" fmla="*/ 2147483647 w 191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1" h="42">
                  <a:moveTo>
                    <a:pt x="42" y="0"/>
                  </a:moveTo>
                  <a:lnTo>
                    <a:pt x="0" y="42"/>
                  </a:lnTo>
                  <a:lnTo>
                    <a:pt x="191" y="42"/>
                  </a:lnTo>
                  <a:lnTo>
                    <a:pt x="149" y="0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34">
              <a:extLst>
                <a:ext uri="{FF2B5EF4-FFF2-40B4-BE49-F238E27FC236}">
                  <a16:creationId xmlns:a16="http://schemas.microsoft.com/office/drawing/2014/main" id="{A05E5075-0ABC-4B83-AD6C-6389F69E51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427" y="282473"/>
              <a:ext cx="321151" cy="139478"/>
            </a:xfrm>
            <a:custGeom>
              <a:avLst/>
              <a:gdLst>
                <a:gd name="T0" fmla="*/ 2147483647 w 726"/>
                <a:gd name="T1" fmla="*/ 2147483647 h 315"/>
                <a:gd name="T2" fmla="*/ 2147483647 w 726"/>
                <a:gd name="T3" fmla="*/ 2147483647 h 315"/>
                <a:gd name="T4" fmla="*/ 2147483647 w 726"/>
                <a:gd name="T5" fmla="*/ 2147483647 h 315"/>
                <a:gd name="T6" fmla="*/ 2147483647 w 726"/>
                <a:gd name="T7" fmla="*/ 2147483647 h 315"/>
                <a:gd name="T8" fmla="*/ 2147483647 w 726"/>
                <a:gd name="T9" fmla="*/ 2147483647 h 315"/>
                <a:gd name="T10" fmla="*/ 2147483647 w 726"/>
                <a:gd name="T11" fmla="*/ 2147483647 h 315"/>
                <a:gd name="T12" fmla="*/ 2147483647 w 726"/>
                <a:gd name="T13" fmla="*/ 2147483647 h 315"/>
                <a:gd name="T14" fmla="*/ 2147483647 w 726"/>
                <a:gd name="T15" fmla="*/ 2147483647 h 315"/>
                <a:gd name="T16" fmla="*/ 2147483647 w 726"/>
                <a:gd name="T17" fmla="*/ 2147483647 h 315"/>
                <a:gd name="T18" fmla="*/ 2147483647 w 726"/>
                <a:gd name="T19" fmla="*/ 2147483647 h 315"/>
                <a:gd name="T20" fmla="*/ 2147483647 w 726"/>
                <a:gd name="T21" fmla="*/ 2147483647 h 315"/>
                <a:gd name="T22" fmla="*/ 2147483647 w 726"/>
                <a:gd name="T23" fmla="*/ 2147483647 h 315"/>
                <a:gd name="T24" fmla="*/ 2147483647 w 726"/>
                <a:gd name="T25" fmla="*/ 2147483647 h 315"/>
                <a:gd name="T26" fmla="*/ 2147483647 w 726"/>
                <a:gd name="T27" fmla="*/ 2147483647 h 315"/>
                <a:gd name="T28" fmla="*/ 2147483647 w 726"/>
                <a:gd name="T29" fmla="*/ 0 h 315"/>
                <a:gd name="T30" fmla="*/ 2147483647 w 726"/>
                <a:gd name="T31" fmla="*/ 2147483647 h 315"/>
                <a:gd name="T32" fmla="*/ 2147483647 w 726"/>
                <a:gd name="T33" fmla="*/ 2147483647 h 315"/>
                <a:gd name="T34" fmla="*/ 2147483647 w 726"/>
                <a:gd name="T35" fmla="*/ 2147483647 h 315"/>
                <a:gd name="T36" fmla="*/ 2147483647 w 726"/>
                <a:gd name="T37" fmla="*/ 2147483647 h 315"/>
                <a:gd name="T38" fmla="*/ 2147483647 w 726"/>
                <a:gd name="T39" fmla="*/ 2147483647 h 315"/>
                <a:gd name="T40" fmla="*/ 2147483647 w 726"/>
                <a:gd name="T41" fmla="*/ 2147483647 h 315"/>
                <a:gd name="T42" fmla="*/ 2147483647 w 726"/>
                <a:gd name="T43" fmla="*/ 2147483647 h 315"/>
                <a:gd name="T44" fmla="*/ 2147483647 w 726"/>
                <a:gd name="T45" fmla="*/ 2147483647 h 315"/>
                <a:gd name="T46" fmla="*/ 2147483647 w 726"/>
                <a:gd name="T47" fmla="*/ 2147483647 h 315"/>
                <a:gd name="T48" fmla="*/ 2147483647 w 726"/>
                <a:gd name="T49" fmla="*/ 2147483647 h 315"/>
                <a:gd name="T50" fmla="*/ 2147483647 w 726"/>
                <a:gd name="T51" fmla="*/ 2147483647 h 315"/>
                <a:gd name="T52" fmla="*/ 2147483647 w 726"/>
                <a:gd name="T53" fmla="*/ 2147483647 h 315"/>
                <a:gd name="T54" fmla="*/ 0 w 726"/>
                <a:gd name="T55" fmla="*/ 2147483647 h 315"/>
                <a:gd name="T56" fmla="*/ 2147483647 w 726"/>
                <a:gd name="T57" fmla="*/ 2147483647 h 31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726" h="315">
                  <a:moveTo>
                    <a:pt x="45" y="315"/>
                  </a:moveTo>
                  <a:cubicBezTo>
                    <a:pt x="70" y="315"/>
                    <a:pt x="90" y="295"/>
                    <a:pt x="90" y="270"/>
                  </a:cubicBezTo>
                  <a:cubicBezTo>
                    <a:pt x="90" y="266"/>
                    <a:pt x="89" y="262"/>
                    <a:pt x="87" y="257"/>
                  </a:cubicBezTo>
                  <a:cubicBezTo>
                    <a:pt x="145" y="211"/>
                    <a:pt x="247" y="129"/>
                    <a:pt x="293" y="93"/>
                  </a:cubicBezTo>
                  <a:cubicBezTo>
                    <a:pt x="301" y="98"/>
                    <a:pt x="309" y="102"/>
                    <a:pt x="319" y="102"/>
                  </a:cubicBezTo>
                  <a:cubicBezTo>
                    <a:pt x="327" y="102"/>
                    <a:pt x="334" y="99"/>
                    <a:pt x="340" y="96"/>
                  </a:cubicBezTo>
                  <a:cubicBezTo>
                    <a:pt x="370" y="121"/>
                    <a:pt x="421" y="164"/>
                    <a:pt x="457" y="195"/>
                  </a:cubicBezTo>
                  <a:cubicBezTo>
                    <a:pt x="457" y="198"/>
                    <a:pt x="456" y="200"/>
                    <a:pt x="456" y="203"/>
                  </a:cubicBezTo>
                  <a:cubicBezTo>
                    <a:pt x="456" y="228"/>
                    <a:pt x="476" y="248"/>
                    <a:pt x="501" y="248"/>
                  </a:cubicBezTo>
                  <a:cubicBezTo>
                    <a:pt x="526" y="248"/>
                    <a:pt x="546" y="228"/>
                    <a:pt x="546" y="203"/>
                  </a:cubicBezTo>
                  <a:cubicBezTo>
                    <a:pt x="546" y="198"/>
                    <a:pt x="545" y="194"/>
                    <a:pt x="543" y="190"/>
                  </a:cubicBezTo>
                  <a:cubicBezTo>
                    <a:pt x="660" y="85"/>
                    <a:pt x="660" y="85"/>
                    <a:pt x="660" y="85"/>
                  </a:cubicBezTo>
                  <a:cubicBezTo>
                    <a:pt x="666" y="88"/>
                    <a:pt x="673" y="90"/>
                    <a:pt x="681" y="90"/>
                  </a:cubicBezTo>
                  <a:cubicBezTo>
                    <a:pt x="705" y="90"/>
                    <a:pt x="726" y="70"/>
                    <a:pt x="726" y="45"/>
                  </a:cubicBezTo>
                  <a:cubicBezTo>
                    <a:pt x="726" y="20"/>
                    <a:pt x="705" y="0"/>
                    <a:pt x="681" y="0"/>
                  </a:cubicBezTo>
                  <a:cubicBezTo>
                    <a:pt x="656" y="0"/>
                    <a:pt x="636" y="20"/>
                    <a:pt x="636" y="45"/>
                  </a:cubicBezTo>
                  <a:cubicBezTo>
                    <a:pt x="636" y="51"/>
                    <a:pt x="637" y="57"/>
                    <a:pt x="639" y="62"/>
                  </a:cubicBezTo>
                  <a:cubicBezTo>
                    <a:pt x="606" y="92"/>
                    <a:pt x="556" y="137"/>
                    <a:pt x="525" y="165"/>
                  </a:cubicBezTo>
                  <a:cubicBezTo>
                    <a:pt x="518" y="161"/>
                    <a:pt x="510" y="157"/>
                    <a:pt x="501" y="157"/>
                  </a:cubicBezTo>
                  <a:cubicBezTo>
                    <a:pt x="490" y="157"/>
                    <a:pt x="481" y="162"/>
                    <a:pt x="473" y="168"/>
                  </a:cubicBezTo>
                  <a:cubicBezTo>
                    <a:pt x="443" y="143"/>
                    <a:pt x="395" y="102"/>
                    <a:pt x="361" y="72"/>
                  </a:cubicBezTo>
                  <a:cubicBezTo>
                    <a:pt x="363" y="68"/>
                    <a:pt x="364" y="62"/>
                    <a:pt x="364" y="57"/>
                  </a:cubicBezTo>
                  <a:cubicBezTo>
                    <a:pt x="364" y="32"/>
                    <a:pt x="344" y="12"/>
                    <a:pt x="319" y="12"/>
                  </a:cubicBezTo>
                  <a:cubicBezTo>
                    <a:pt x="294" y="12"/>
                    <a:pt x="274" y="32"/>
                    <a:pt x="274" y="57"/>
                  </a:cubicBezTo>
                  <a:cubicBezTo>
                    <a:pt x="274" y="62"/>
                    <a:pt x="275" y="68"/>
                    <a:pt x="277" y="72"/>
                  </a:cubicBezTo>
                  <a:cubicBezTo>
                    <a:pt x="70" y="234"/>
                    <a:pt x="70" y="234"/>
                    <a:pt x="70" y="234"/>
                  </a:cubicBezTo>
                  <a:cubicBezTo>
                    <a:pt x="63" y="229"/>
                    <a:pt x="54" y="225"/>
                    <a:pt x="45" y="225"/>
                  </a:cubicBezTo>
                  <a:cubicBezTo>
                    <a:pt x="20" y="225"/>
                    <a:pt x="0" y="245"/>
                    <a:pt x="0" y="270"/>
                  </a:cubicBezTo>
                  <a:cubicBezTo>
                    <a:pt x="0" y="295"/>
                    <a:pt x="20" y="315"/>
                    <a:pt x="45" y="315"/>
                  </a:cubicBezTo>
                  <a:close/>
                </a:path>
              </a:pathLst>
            </a:custGeom>
            <a:solidFill>
              <a:srgbClr val="A3BE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Rectangle 35">
              <a:extLst>
                <a:ext uri="{FF2B5EF4-FFF2-40B4-BE49-F238E27FC236}">
                  <a16:creationId xmlns:a16="http://schemas.microsoft.com/office/drawing/2014/main" id="{BD6FAA20-E93F-48D1-9F0C-202C25D672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398" y="529782"/>
              <a:ext cx="125413" cy="21098"/>
            </a:xfrm>
            <a:prstGeom prst="rect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1607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矩形 1"/>
          <p:cNvSpPr>
            <a:spLocks noChangeArrowheads="1"/>
          </p:cNvSpPr>
          <p:nvPr/>
        </p:nvSpPr>
        <p:spPr bwMode="auto">
          <a:xfrm>
            <a:off x="3980765" y="6597290"/>
            <a:ext cx="4071938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u"/>
              <a:defRPr kumimoji="1" sz="2400">
                <a:solidFill>
                  <a:schemeClr val="tx1"/>
                </a:solidFill>
                <a:latin typeface="Microsoft JhengHei" panose="020B0604030504040204" charset="-120"/>
                <a:ea typeface="Microsoft JhengHei" panose="020B0604030504040204" charset="-12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Microsoft JhengHei" panose="020B0604030504040204" charset="-120"/>
                <a:ea typeface="Microsoft JhengHei" panose="020B0604030504040204" charset="-12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5pPr>
            <a:lvl6pPr marL="2514600" indent="-228600" defTabSz="9131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6pPr>
            <a:lvl7pPr marL="2971800" indent="-228600" defTabSz="9131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7pPr>
            <a:lvl8pPr marL="3429000" indent="-228600" defTabSz="9131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8pPr>
            <a:lvl9pPr marL="3886200" indent="-228600" defTabSz="9131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PMingLiU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kumimoji="0" lang="en-US" altLang="zh-TW" sz="1015" dirty="0">
                <a:solidFill>
                  <a:schemeClr val="bg1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Copyright© 2025PANJIT International Inc. All rights reserved.</a:t>
            </a:r>
            <a:endParaRPr kumimoji="0" lang="zh-TW" altLang="en-US" sz="1015" dirty="0">
              <a:solidFill>
                <a:schemeClr val="bg1"/>
              </a:solidFill>
              <a:latin typeface="Calibri" panose="020F0502020204030204" pitchFamily="34" charset="0"/>
              <a:ea typeface="PMingLiU" panose="02020500000000000000" pitchFamily="18" charset="-120"/>
            </a:endParaRPr>
          </a:p>
        </p:txBody>
      </p:sp>
      <p:pic>
        <p:nvPicPr>
          <p:cNvPr id="6149" name="Picture 5" descr="D:\02 Marketing 美編\強茂logo\PANJIT LOGO.png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335360" y="188640"/>
            <a:ext cx="12192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副標題 6"/>
          <p:cNvSpPr>
            <a:spLocks noGrp="1"/>
          </p:cNvSpPr>
          <p:nvPr>
            <p:ph type="subTitle" idx="1"/>
          </p:nvPr>
        </p:nvSpPr>
        <p:spPr>
          <a:xfrm>
            <a:off x="2779180" y="2258870"/>
            <a:ext cx="7380820" cy="1446550"/>
          </a:xfrm>
        </p:spPr>
        <p:txBody>
          <a:bodyPr vert="horz" wrap="square" lIns="91440" tIns="45720" rIns="91440" bIns="45720" anchor="t" anchorCtr="0">
            <a:spAutoFit/>
          </a:bodyPr>
          <a:lstStyle/>
          <a:p>
            <a:pPr defTabSz="913130" eaLnBrk="1" hangingPunct="1">
              <a:spcBef>
                <a:spcPct val="0"/>
              </a:spcBef>
              <a:buClr>
                <a:srgbClr val="FF0000"/>
              </a:buClr>
              <a:buSzTx/>
            </a:pPr>
            <a:r>
              <a:rPr lang="zh-CN" altLang="en-US" sz="8800" b="1">
                <a:solidFill>
                  <a:srgbClr val="0075C2"/>
                </a:solidFill>
                <a:latin typeface="等线" panose="02010600030101010101" charset="-122"/>
                <a:ea typeface="微软雅黑" panose="020B0503020204020204" pitchFamily="34" charset="-122"/>
                <a:cs typeface="Arial" panose="020B0604020202020204" pitchFamily="34" charset="0"/>
              </a:rPr>
              <a:t>谢谢指正</a:t>
            </a:r>
            <a:r>
              <a:rPr lang="en-US" altLang="zh-CN" sz="8800" b="1">
                <a:solidFill>
                  <a:srgbClr val="0075C2"/>
                </a:solidFill>
                <a:latin typeface="等线" panose="02010600030101010101" charset="-122"/>
                <a:ea typeface="微软雅黑" panose="020B0503020204020204" pitchFamily="34" charset="-122"/>
                <a:cs typeface="Arial" panose="020B0604020202020204" pitchFamily="34" charset="0"/>
              </a:rPr>
              <a:t>~</a:t>
            </a:r>
            <a:endParaRPr kumimoji="1" lang="zh-CN" altLang="en-US" sz="7200" b="1" kern="1200" dirty="0">
              <a:solidFill>
                <a:srgbClr val="0075C2"/>
              </a:solidFill>
              <a:latin typeface="等线" panose="02010600030101010101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33935E-115F-4E21-97FD-86B85E25FB6B}" type="slidenum">
              <a:rPr lang="zh-TW" altLang="en-US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73810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arrow&quot;,&quot;Name&quot;:&quot;GuidesStyle_Narrow&quot;,&quot;Kind&quot;:0,&quot;OldGuidesSetting&quot;:{&quot;HeaderHeight&quot;:10.0,&quot;FooterHeight&quot;:5.0,&quot;SideMargin&quot;:2.5,&quot;TopMargin&quot;:0.0,&quot;BottomMargin&quot;:0.0,&quot;IntervalMargin&quot;:1.0}}"/>
  <p:tag name="COMMONDATA" val="eyJoZGlkIjoiZjhhNDEwNDk3NGY5MDkwNGU3NTZkZGZhNWZhNmZkODMifQ=="/>
</p:tagLst>
</file>

<file path=ppt/theme/theme1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0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1908</TotalTime>
  <Words>702</Words>
  <Application>Microsoft Office PowerPoint</Application>
  <PresentationFormat>寬螢幕</PresentationFormat>
  <Paragraphs>82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6</vt:i4>
      </vt:variant>
    </vt:vector>
  </HeadingPairs>
  <TitlesOfParts>
    <vt:vector size="17" baseType="lpstr">
      <vt:lpstr>等线</vt:lpstr>
      <vt:lpstr>微软雅黑</vt:lpstr>
      <vt:lpstr>OPPOSans H</vt:lpstr>
      <vt:lpstr>OPPOSans M</vt:lpstr>
      <vt:lpstr>Microsoft JhengHei</vt:lpstr>
      <vt:lpstr>Arial</vt:lpstr>
      <vt:lpstr>Calibri</vt:lpstr>
      <vt:lpstr>Wingdings</vt:lpstr>
      <vt:lpstr>自訂設計</vt:lpstr>
      <vt:lpstr>1_自訂設計</vt:lpstr>
      <vt:lpstr>10_自訂設計</vt:lpstr>
      <vt:lpstr>PowerPoint 簡報</vt:lpstr>
      <vt:lpstr>引导页</vt:lpstr>
      <vt:lpstr>考试须知页</vt:lpstr>
      <vt:lpstr>答题界面及考试过程控制</vt:lpstr>
      <vt:lpstr>成绩统计设计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Profile</dc:title>
  <dc:creator>cindy013</dc:creator>
  <cp:lastModifiedBy>Wynrick Aelthor</cp:lastModifiedBy>
  <cp:revision>4004</cp:revision>
  <cp:lastPrinted>2022-12-01T09:09:00Z</cp:lastPrinted>
  <dcterms:created xsi:type="dcterms:W3CDTF">2018-01-19T10:00:00Z</dcterms:created>
  <dcterms:modified xsi:type="dcterms:W3CDTF">2026-10-19T03:00:09Z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4C0F9DA73F7148F6AF06FE00F9CB1157_13</vt:lpwstr>
  </property>
  <property fmtid="{D5CDD505-2E9C-101B-9397-08002B2CF9AE}" pid="3" name="KSOProductBuildVer">
    <vt:lpwstr>2052-12.1.0.24034</vt:lpwstr>
  </property>
</Properties>
</file>